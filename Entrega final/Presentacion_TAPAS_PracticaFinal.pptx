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embeddedFontLst>
    <p:embeddedFont>
      <p:font typeface="Lora" pitchFamily="2" charset="0"/>
      <p:regular r:id="rId14"/>
      <p:bold r:id="rId15"/>
      <p:italic r:id="rId16"/>
      <p:boldItalic r:id="rId17"/>
    </p:embeddedFont>
    <p:embeddedFont>
      <p:font typeface="Sorts Mill Goudy" panose="020B0604020202020204" charset="0"/>
      <p:regular r:id="rId18"/>
      <p: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2" roundtripDataSignature="AMtx7mhMqGNJg4kEuF9x7rTTKIHoPjHRq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7" name="Google Shape;41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AI-generated content may be incorrect.</a:t>
            </a:r>
            <a:br>
              <a:rPr lang="es-ES"/>
            </a:br>
            <a:br>
              <a:rPr lang="es-ES"/>
            </a:br>
            <a:r>
              <a:rPr lang="es-ES"/>
              <a:t>---</a:t>
            </a:r>
            <a:br>
              <a:rPr lang="es-ES"/>
            </a:br>
            <a:br>
              <a:rPr lang="es-ES"/>
            </a:br>
            <a:br>
              <a:rPr lang="es-ES"/>
            </a:br>
            <a:endParaRPr/>
          </a:p>
        </p:txBody>
      </p:sp>
      <p:sp>
        <p:nvSpPr>
          <p:cNvPr id="418" name="Google Shape;41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3c2d476c8f4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6" name="Google Shape;426;g3c2d476c8f4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Visualización de ideas y funcionalidades</a:t>
            </a:r>
            <a:endParaRPr/>
          </a:p>
        </p:txBody>
      </p:sp>
      <p:sp>
        <p:nvSpPr>
          <p:cNvPr id="427" name="Google Shape;427;g3c2d476c8f4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5" name="Google Shape;43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Visualización de ideas y funcionalidades</a:t>
            </a:r>
            <a:endParaRPr/>
          </a:p>
        </p:txBody>
      </p:sp>
      <p:sp>
        <p:nvSpPr>
          <p:cNvPr id="436" name="Google Shape;436;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3c2d476c8f4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4" name="Google Shape;444;g3c2d476c8f4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Visualización de ideas y funcionalidades</a:t>
            </a:r>
            <a:endParaRPr/>
          </a:p>
        </p:txBody>
      </p:sp>
      <p:sp>
        <p:nvSpPr>
          <p:cNvPr id="445" name="Google Shape;445;g3c2d476c8f4_0_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3c2d476c8f4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g3c2d476c8f4_0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Visualización de ideas y funcionalidades</a:t>
            </a:r>
            <a:endParaRPr/>
          </a:p>
        </p:txBody>
      </p:sp>
      <p:sp>
        <p:nvSpPr>
          <p:cNvPr id="454" name="Google Shape;454;g3c2d476c8f4_0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2" name="Google Shape;46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br>
              <a:rPr lang="es-ES"/>
            </a:br>
            <a:r>
              <a:rPr lang="es-ES"/>
              <a:t>---</a:t>
            </a:r>
            <a:br>
              <a:rPr lang="es-ES"/>
            </a:br>
            <a:r>
              <a:rPr lang="es-ES"/>
              <a:t>This slide references information from the following file: https://ugres-my.sharepoint.com/personal/e_jesus02_ms_ugr_es/_layouts/15/Doc.aspx?sourcedoc=%7B3180CC0D-DEF8-4F7C-B18A-4F8B97187D43%7D&amp;file=TAPAS_TurismoGastronomico_DES.docx&amp;action=default&amp;mobileredirect=true</a:t>
            </a:r>
            <a:br>
              <a:rPr lang="es-ES"/>
            </a:br>
            <a:br>
              <a:rPr lang="es-ES"/>
            </a:br>
            <a:br>
              <a:rPr lang="es-ES"/>
            </a:br>
            <a:r>
              <a:rPr lang="es-ES"/>
              <a:t>El proyecto TAPAS: Turismo Gastronómico Granadino tiene como objetivo principal el desarrollo de una aplicación móvil que promueva el turismo gastronómico en la ciudad de Granada, centrándose especialmente en el tapeo, una tradición muy arraigada en la cultura local. El problema identificado es que, a pesar de la gran oferta de bares y restaurantes en la ciudad, los visitantes y turistas suelen tener dificultades para elegir un lugar adecuado para comer, lo que los lleva a repetir siempre los mismos sitios por desconocimiento. Además, muchos bares tradicionales carecen de presencia digital, lo que limita su visibilidad frente a locales más conocidos. La solución propuesta es una app especializada que actúe como guía gastronómica interactiva, permitiendo a los usuarios descubrir nuevos bares, consultar valoraciones, visualizar imágenes de tapas y participar en rutas personalizadas según sus gustos o ubicación. Esta aplicación también incluirá funcionalidades sociales como la posibilidad de subir fotos, compartir experiencias y valorar establecimientos, creando así una comunidad activa que fomente el tapeo granadino. En resumen, TAPAS busca conectar a los usuarios con la auténtica oferta gastronómica de Granada, apoyando a los negocios locales y ofreciendo una experiencia culinaria enriquecedora.</a:t>
            </a:r>
            <a:br>
              <a:rPr lang="es-ES"/>
            </a:br>
            <a:br>
              <a:rPr lang="es-ES"/>
            </a:br>
            <a:endParaRPr/>
          </a:p>
        </p:txBody>
      </p:sp>
      <p:sp>
        <p:nvSpPr>
          <p:cNvPr id="470" name="Google Shape;470;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3c2d809a9bb_0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3c2d809a9bb_0_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8" name="Google Shape;478;g3c2d809a9bb_0_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s-E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3" name="Google Shape;48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7" name="Google Shape;49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2" name="Google Shape;512;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with Picture 2">
  <p:cSld name="Title with Picture 2">
    <p:spTree>
      <p:nvGrpSpPr>
        <p:cNvPr id="1" name="Shape 16"/>
        <p:cNvGrpSpPr/>
        <p:nvPr/>
      </p:nvGrpSpPr>
      <p:grpSpPr>
        <a:xfrm>
          <a:off x="0" y="0"/>
          <a:ext cx="0" cy="0"/>
          <a:chOff x="0" y="0"/>
          <a:chExt cx="0" cy="0"/>
        </a:xfrm>
      </p:grpSpPr>
      <p:sp>
        <p:nvSpPr>
          <p:cNvPr id="17" name="Google Shape;17;p19"/>
          <p:cNvSpPr txBox="1">
            <a:spLocks noGrp="1"/>
          </p:cNvSpPr>
          <p:nvPr>
            <p:ph type="ctrTitle"/>
          </p:nvPr>
        </p:nvSpPr>
        <p:spPr>
          <a:xfrm>
            <a:off x="609600" y="5218032"/>
            <a:ext cx="10972800" cy="786384"/>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400"/>
              <a:buFont typeface="Arial"/>
              <a:buNone/>
              <a:defRPr sz="44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19"/>
          <p:cNvSpPr txBox="1">
            <a:spLocks noGrp="1"/>
          </p:cNvSpPr>
          <p:nvPr>
            <p:ph type="subTitle" idx="1"/>
          </p:nvPr>
        </p:nvSpPr>
        <p:spPr>
          <a:xfrm>
            <a:off x="609600" y="5972629"/>
            <a:ext cx="10972800" cy="480373"/>
          </a:xfrm>
          <a:prstGeom prst="rect">
            <a:avLst/>
          </a:prstGeom>
          <a:noFill/>
          <a:ln>
            <a:noFill/>
          </a:ln>
        </p:spPr>
        <p:txBody>
          <a:bodyPr spcFirstLastPara="1" wrap="square" lIns="91425" tIns="45700" rIns="91425" bIns="45700" anchor="t" anchorCtr="0">
            <a:normAutofit/>
          </a:bodyPr>
          <a:lstStyle>
            <a:lvl1pPr lvl="0" algn="ctr">
              <a:lnSpc>
                <a:spcPct val="110000"/>
              </a:lnSpc>
              <a:spcBef>
                <a:spcPts val="1000"/>
              </a:spcBef>
              <a:spcAft>
                <a:spcPts val="0"/>
              </a:spcAft>
              <a:buClr>
                <a:schemeClr val="dk1"/>
              </a:buClr>
              <a:buSzPts val="1600"/>
              <a:buNone/>
              <a:defRPr sz="2000">
                <a:solidFill>
                  <a:schemeClr val="dk1"/>
                </a:solidFill>
              </a:defRPr>
            </a:lvl1pPr>
            <a:lvl2pPr lvl="1" algn="ctr">
              <a:lnSpc>
                <a:spcPct val="110000"/>
              </a:lnSpc>
              <a:spcBef>
                <a:spcPts val="500"/>
              </a:spcBef>
              <a:spcAft>
                <a:spcPts val="0"/>
              </a:spcAft>
              <a:buClr>
                <a:schemeClr val="dk1"/>
              </a:buClr>
              <a:buSzPts val="1600"/>
              <a:buNone/>
              <a:defRPr sz="2000"/>
            </a:lvl2pPr>
            <a:lvl3pPr lvl="2" algn="ctr">
              <a:lnSpc>
                <a:spcPct val="110000"/>
              </a:lnSpc>
              <a:spcBef>
                <a:spcPts val="500"/>
              </a:spcBef>
              <a:spcAft>
                <a:spcPts val="0"/>
              </a:spcAft>
              <a:buClr>
                <a:schemeClr val="dk1"/>
              </a:buClr>
              <a:buSzPts val="1440"/>
              <a:buNone/>
              <a:defRPr sz="1800"/>
            </a:lvl3pPr>
            <a:lvl4pPr lvl="3" algn="ctr">
              <a:lnSpc>
                <a:spcPct val="110000"/>
              </a:lnSpc>
              <a:spcBef>
                <a:spcPts val="500"/>
              </a:spcBef>
              <a:spcAft>
                <a:spcPts val="0"/>
              </a:spcAft>
              <a:buClr>
                <a:schemeClr val="dk1"/>
              </a:buClr>
              <a:buSzPts val="1280"/>
              <a:buNone/>
              <a:defRPr sz="1600"/>
            </a:lvl4pPr>
            <a:lvl5pPr lvl="4" algn="ctr">
              <a:lnSpc>
                <a:spcPct val="110000"/>
              </a:lnSpc>
              <a:spcBef>
                <a:spcPts val="500"/>
              </a:spcBef>
              <a:spcAft>
                <a:spcPts val="0"/>
              </a:spcAft>
              <a:buClr>
                <a:schemeClr val="dk1"/>
              </a:buClr>
              <a:buSzPts val="128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9" name="Google Shape;19;p19"/>
          <p:cNvPicPr preferRelativeResize="0">
            <a:picLocks noGrp="1"/>
          </p:cNvPicPr>
          <p:nvPr>
            <p:ph type="pic" idx="2"/>
          </p:nvPr>
        </p:nvPicPr>
        <p:blipFill/>
        <p:spPr>
          <a:xfrm>
            <a:off x="0" y="0"/>
            <a:ext cx="12191999" cy="4986425"/>
          </a:xfrm>
          <a:prstGeom prst="rect">
            <a:avLst/>
          </a:prstGeom>
          <a:blipFill rotWithShape="1">
            <a:blip r:embed="rId2">
              <a:alphaModFix amt="70000"/>
            </a:blip>
            <a:stretch>
              <a:fillRect/>
            </a:stretch>
          </a:blipFill>
          <a:ln>
            <a:noFill/>
          </a:ln>
        </p:spPr>
      </p:pic>
      <p:sp>
        <p:nvSpPr>
          <p:cNvPr id="20" name="Google Shape;20;p19"/>
          <p:cNvSpPr txBox="1">
            <a:spLocks noGrp="1"/>
          </p:cNvSpPr>
          <p:nvPr>
            <p:ph type="ftr" idx="11"/>
          </p:nvPr>
        </p:nvSpPr>
        <p:spPr>
          <a:xfrm rot="-5400000">
            <a:off x="-396119" y="5787191"/>
            <a:ext cx="1503444"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9"/>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cxnSp>
        <p:nvCxnSpPr>
          <p:cNvPr id="22" name="Google Shape;22;p19"/>
          <p:cNvCxnSpPr/>
          <p:nvPr/>
        </p:nvCxnSpPr>
        <p:spPr>
          <a:xfrm rot="10800000">
            <a:off x="4" y="4989940"/>
            <a:ext cx="12191996" cy="0"/>
          </a:xfrm>
          <a:prstGeom prst="straightConnector1">
            <a:avLst/>
          </a:prstGeom>
          <a:noFill/>
          <a:ln w="9525" cap="flat" cmpd="sng">
            <a:solidFill>
              <a:schemeClr val="dk1"/>
            </a:solidFill>
            <a:prstDash val="solid"/>
            <a:miter lim="800000"/>
            <a:headEnd type="none" w="sm" len="sm"/>
            <a:tailEnd type="none" w="sm" len="sm"/>
          </a:ln>
        </p:spPr>
      </p:cxnSp>
      <p:sp>
        <p:nvSpPr>
          <p:cNvPr id="23" name="Google Shape;23;p19"/>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Section Header">
  <p:cSld name="Section Header">
    <p:spTree>
      <p:nvGrpSpPr>
        <p:cNvPr id="1" name="Shape 24"/>
        <p:cNvGrpSpPr/>
        <p:nvPr/>
      </p:nvGrpSpPr>
      <p:grpSpPr>
        <a:xfrm>
          <a:off x="0" y="0"/>
          <a:ext cx="0" cy="0"/>
          <a:chOff x="0" y="0"/>
          <a:chExt cx="0" cy="0"/>
        </a:xfrm>
      </p:grpSpPr>
      <p:sp>
        <p:nvSpPr>
          <p:cNvPr id="25" name="Google Shape;25;p20"/>
          <p:cNvSpPr txBox="1">
            <a:spLocks noGrp="1"/>
          </p:cNvSpPr>
          <p:nvPr>
            <p:ph type="title"/>
          </p:nvPr>
        </p:nvSpPr>
        <p:spPr>
          <a:xfrm>
            <a:off x="838200" y="859536"/>
            <a:ext cx="9546336" cy="367588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20"/>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0"/>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0"/>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b="0" i="0" u="none" strike="noStrike" cap="none">
                <a:solidFill>
                  <a:schemeClr val="dk1"/>
                </a:solidFill>
                <a:latin typeface="Sorts Mill Goudy"/>
                <a:ea typeface="Sorts Mill Goudy"/>
                <a:cs typeface="Sorts Mill Goudy"/>
                <a:sym typeface="Sorts Mill Goudy"/>
              </a:defRPr>
            </a:lvl1pPr>
            <a:lvl2pPr marL="0" lvl="1" indent="0" algn="ctr">
              <a:spcBef>
                <a:spcPts val="0"/>
              </a:spcBef>
              <a:buNone/>
              <a:defRPr sz="1000" b="0" i="0" u="none" strike="noStrike" cap="none">
                <a:solidFill>
                  <a:schemeClr val="dk1"/>
                </a:solidFill>
                <a:latin typeface="Sorts Mill Goudy"/>
                <a:ea typeface="Sorts Mill Goudy"/>
                <a:cs typeface="Sorts Mill Goudy"/>
                <a:sym typeface="Sorts Mill Goudy"/>
              </a:defRPr>
            </a:lvl2pPr>
            <a:lvl3pPr marL="0" lvl="2" indent="0" algn="ctr">
              <a:spcBef>
                <a:spcPts val="0"/>
              </a:spcBef>
              <a:buNone/>
              <a:defRPr sz="1000" b="0" i="0" u="none" strike="noStrike" cap="none">
                <a:solidFill>
                  <a:schemeClr val="dk1"/>
                </a:solidFill>
                <a:latin typeface="Sorts Mill Goudy"/>
                <a:ea typeface="Sorts Mill Goudy"/>
                <a:cs typeface="Sorts Mill Goudy"/>
                <a:sym typeface="Sorts Mill Goudy"/>
              </a:defRPr>
            </a:lvl3pPr>
            <a:lvl4pPr marL="0" lvl="3" indent="0" algn="ctr">
              <a:spcBef>
                <a:spcPts val="0"/>
              </a:spcBef>
              <a:buNone/>
              <a:defRPr sz="1000" b="0" i="0" u="none" strike="noStrike" cap="none">
                <a:solidFill>
                  <a:schemeClr val="dk1"/>
                </a:solidFill>
                <a:latin typeface="Sorts Mill Goudy"/>
                <a:ea typeface="Sorts Mill Goudy"/>
                <a:cs typeface="Sorts Mill Goudy"/>
                <a:sym typeface="Sorts Mill Goudy"/>
              </a:defRPr>
            </a:lvl4pPr>
            <a:lvl5pPr marL="0" lvl="4" indent="0" algn="ctr">
              <a:spcBef>
                <a:spcPts val="0"/>
              </a:spcBef>
              <a:buNone/>
              <a:defRPr sz="1000" b="0" i="0" u="none" strike="noStrike" cap="none">
                <a:solidFill>
                  <a:schemeClr val="dk1"/>
                </a:solidFill>
                <a:latin typeface="Sorts Mill Goudy"/>
                <a:ea typeface="Sorts Mill Goudy"/>
                <a:cs typeface="Sorts Mill Goudy"/>
                <a:sym typeface="Sorts Mill Goudy"/>
              </a:defRPr>
            </a:lvl5pPr>
            <a:lvl6pPr marL="0" lvl="5" indent="0" algn="ctr">
              <a:spcBef>
                <a:spcPts val="0"/>
              </a:spcBef>
              <a:buNone/>
              <a:defRPr sz="1000" b="0" i="0" u="none" strike="noStrike" cap="none">
                <a:solidFill>
                  <a:schemeClr val="dk1"/>
                </a:solidFill>
                <a:latin typeface="Sorts Mill Goudy"/>
                <a:ea typeface="Sorts Mill Goudy"/>
                <a:cs typeface="Sorts Mill Goudy"/>
                <a:sym typeface="Sorts Mill Goudy"/>
              </a:defRPr>
            </a:lvl6pPr>
            <a:lvl7pPr marL="0" lvl="6" indent="0" algn="ctr">
              <a:spcBef>
                <a:spcPts val="0"/>
              </a:spcBef>
              <a:buNone/>
              <a:defRPr sz="1000" b="0" i="0" u="none" strike="noStrike" cap="none">
                <a:solidFill>
                  <a:schemeClr val="dk1"/>
                </a:solidFill>
                <a:latin typeface="Sorts Mill Goudy"/>
                <a:ea typeface="Sorts Mill Goudy"/>
                <a:cs typeface="Sorts Mill Goudy"/>
                <a:sym typeface="Sorts Mill Goudy"/>
              </a:defRPr>
            </a:lvl7pPr>
            <a:lvl8pPr marL="0" lvl="7" indent="0" algn="ctr">
              <a:spcBef>
                <a:spcPts val="0"/>
              </a:spcBef>
              <a:buNone/>
              <a:defRPr sz="1000" b="0" i="0" u="none" strike="noStrike" cap="none">
                <a:solidFill>
                  <a:schemeClr val="dk1"/>
                </a:solidFill>
                <a:latin typeface="Sorts Mill Goudy"/>
                <a:ea typeface="Sorts Mill Goudy"/>
                <a:cs typeface="Sorts Mill Goudy"/>
                <a:sym typeface="Sorts Mill Goudy"/>
              </a:defRPr>
            </a:lvl8pPr>
            <a:lvl9pPr marL="0" lvl="8" indent="0" algn="ctr">
              <a:spcBef>
                <a:spcPts val="0"/>
              </a:spcBef>
              <a:buNone/>
              <a:defRPr sz="1000" b="0" i="0" u="none" strike="noStrike" cap="none">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cxnSp>
        <p:nvCxnSpPr>
          <p:cNvPr id="29" name="Google Shape;29;p20"/>
          <p:cNvCxnSpPr/>
          <p:nvPr/>
        </p:nvCxnSpPr>
        <p:spPr>
          <a:xfrm rot="10800000">
            <a:off x="4" y="5143500"/>
            <a:ext cx="12191996" cy="0"/>
          </a:xfrm>
          <a:prstGeom prst="straightConnector1">
            <a:avLst/>
          </a:prstGeom>
          <a:noFill/>
          <a:ln w="9525" cap="flat" cmpd="sng">
            <a:solidFill>
              <a:schemeClr val="dk1"/>
            </a:solidFill>
            <a:prstDash val="solid"/>
            <a:miter lim="800000"/>
            <a:headEnd type="none" w="sm" len="sm"/>
            <a:tailEnd type="none" w="sm" len="sm"/>
          </a:ln>
        </p:spPr>
      </p:cxn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Content with Picture 6">
  <p:cSld name="Content with Picture 6">
    <p:spTree>
      <p:nvGrpSpPr>
        <p:cNvPr id="1" name="Shape 30"/>
        <p:cNvGrpSpPr/>
        <p:nvPr/>
      </p:nvGrpSpPr>
      <p:grpSpPr>
        <a:xfrm>
          <a:off x="0" y="0"/>
          <a:ext cx="0" cy="0"/>
          <a:chOff x="0" y="0"/>
          <a:chExt cx="0" cy="0"/>
        </a:xfrm>
      </p:grpSpPr>
      <p:sp>
        <p:nvSpPr>
          <p:cNvPr id="31" name="Google Shape;31;p21"/>
          <p:cNvSpPr txBox="1">
            <a:spLocks noGrp="1"/>
          </p:cNvSpPr>
          <p:nvPr>
            <p:ph type="title"/>
          </p:nvPr>
        </p:nvSpPr>
        <p:spPr>
          <a:xfrm>
            <a:off x="731520" y="320040"/>
            <a:ext cx="6858000" cy="932688"/>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Arial"/>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21"/>
          <p:cNvSpPr txBox="1">
            <a:spLocks noGrp="1"/>
          </p:cNvSpPr>
          <p:nvPr>
            <p:ph type="body" idx="1"/>
          </p:nvPr>
        </p:nvSpPr>
        <p:spPr>
          <a:xfrm>
            <a:off x="731520" y="1380744"/>
            <a:ext cx="6858000" cy="4983480"/>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440"/>
              <a:buNone/>
              <a:defRPr>
                <a:solidFill>
                  <a:schemeClr val="dk1"/>
                </a:solidFill>
              </a:defRPr>
            </a:lvl1pPr>
            <a:lvl2pPr marL="914400" lvl="1" indent="-309880" algn="l">
              <a:lnSpc>
                <a:spcPct val="110000"/>
              </a:lnSpc>
              <a:spcBef>
                <a:spcPts val="500"/>
              </a:spcBef>
              <a:spcAft>
                <a:spcPts val="0"/>
              </a:spcAft>
              <a:buClr>
                <a:schemeClr val="dk1"/>
              </a:buClr>
              <a:buSzPts val="1280"/>
              <a:buChar char="–"/>
              <a:defRPr>
                <a:solidFill>
                  <a:schemeClr val="dk1"/>
                </a:solidFill>
              </a:defRPr>
            </a:lvl2pPr>
            <a:lvl3pPr marL="1371600" lvl="2" indent="-299719" algn="l">
              <a:lnSpc>
                <a:spcPct val="110000"/>
              </a:lnSpc>
              <a:spcBef>
                <a:spcPts val="500"/>
              </a:spcBef>
              <a:spcAft>
                <a:spcPts val="0"/>
              </a:spcAft>
              <a:buClr>
                <a:schemeClr val="dk1"/>
              </a:buClr>
              <a:buSzPts val="1120"/>
              <a:buChar char="•"/>
              <a:defRPr>
                <a:solidFill>
                  <a:schemeClr val="dk1"/>
                </a:solidFill>
              </a:defRPr>
            </a:lvl3pPr>
            <a:lvl4pPr marL="1828800" lvl="3" indent="-299719" algn="l">
              <a:lnSpc>
                <a:spcPct val="110000"/>
              </a:lnSpc>
              <a:spcBef>
                <a:spcPts val="500"/>
              </a:spcBef>
              <a:spcAft>
                <a:spcPts val="0"/>
              </a:spcAft>
              <a:buClr>
                <a:schemeClr val="dk1"/>
              </a:buClr>
              <a:buSzPts val="1120"/>
              <a:buChar char="–"/>
              <a:defRPr>
                <a:solidFill>
                  <a:schemeClr val="dk1"/>
                </a:solidFill>
              </a:defRPr>
            </a:lvl4pPr>
            <a:lvl5pPr marL="2286000" lvl="4" indent="-299720" algn="l">
              <a:lnSpc>
                <a:spcPct val="110000"/>
              </a:lnSpc>
              <a:spcBef>
                <a:spcPts val="500"/>
              </a:spcBef>
              <a:spcAft>
                <a:spcPts val="0"/>
              </a:spcAft>
              <a:buClr>
                <a:schemeClr val="dk1"/>
              </a:buClr>
              <a:buSzPts val="1120"/>
              <a:buChar char="•"/>
              <a:defRPr>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3" name="Google Shape;33;p21"/>
          <p:cNvPicPr preferRelativeResize="0">
            <a:picLocks noGrp="1"/>
          </p:cNvPicPr>
          <p:nvPr>
            <p:ph type="pic" idx="2"/>
          </p:nvPr>
        </p:nvPicPr>
        <p:blipFill/>
        <p:spPr>
          <a:xfrm>
            <a:off x="8091732" y="0"/>
            <a:ext cx="4100267" cy="6858000"/>
          </a:xfrm>
          <a:prstGeom prst="rect">
            <a:avLst/>
          </a:prstGeom>
          <a:blipFill rotWithShape="1">
            <a:blip r:embed="rId2">
              <a:alphaModFix amt="70000"/>
            </a:blip>
            <a:stretch>
              <a:fillRect/>
            </a:stretch>
          </a:blipFill>
          <a:ln>
            <a:noFill/>
          </a:ln>
        </p:spPr>
      </p:pic>
      <p:cxnSp>
        <p:nvCxnSpPr>
          <p:cNvPr id="34" name="Google Shape;34;p21"/>
          <p:cNvCxnSpPr/>
          <p:nvPr/>
        </p:nvCxnSpPr>
        <p:spPr>
          <a:xfrm>
            <a:off x="8077761" y="0"/>
            <a:ext cx="0" cy="6858000"/>
          </a:xfrm>
          <a:prstGeom prst="straightConnector1">
            <a:avLst/>
          </a:prstGeom>
          <a:noFill/>
          <a:ln w="9525" cap="flat" cmpd="sng">
            <a:solidFill>
              <a:schemeClr val="dk1"/>
            </a:solidFill>
            <a:prstDash val="solid"/>
            <a:miter lim="800000"/>
            <a:headEnd type="none" w="sm" len="sm"/>
            <a:tailEnd type="none" w="sm" len="sm"/>
          </a:ln>
        </p:spPr>
      </p:cxnSp>
      <p:sp>
        <p:nvSpPr>
          <p:cNvPr id="35" name="Google Shape;35;p21"/>
          <p:cNvSpPr txBox="1">
            <a:spLocks noGrp="1"/>
          </p:cNvSpPr>
          <p:nvPr>
            <p:ph type="dt" idx="10"/>
          </p:nvPr>
        </p:nvSpPr>
        <p:spPr>
          <a:xfrm rot="5400000">
            <a:off x="-997745"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1"/>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21"/>
          <p:cNvSpPr txBox="1">
            <a:spLocks noGrp="1"/>
          </p:cNvSpPr>
          <p:nvPr>
            <p:ph type="sldNum" idx="12"/>
          </p:nvPr>
        </p:nvSpPr>
        <p:spPr>
          <a:xfrm>
            <a:off x="51117"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Content with Picture 4">
  <p:cSld name="Content with Picture 4">
    <p:spTree>
      <p:nvGrpSpPr>
        <p:cNvPr id="1" name="Shape 38"/>
        <p:cNvGrpSpPr/>
        <p:nvPr/>
      </p:nvGrpSpPr>
      <p:grpSpPr>
        <a:xfrm>
          <a:off x="0" y="0"/>
          <a:ext cx="0" cy="0"/>
          <a:chOff x="0" y="0"/>
          <a:chExt cx="0" cy="0"/>
        </a:xfrm>
      </p:grpSpPr>
      <p:sp>
        <p:nvSpPr>
          <p:cNvPr id="39" name="Google Shape;39;p22"/>
          <p:cNvSpPr txBox="1">
            <a:spLocks noGrp="1"/>
          </p:cNvSpPr>
          <p:nvPr>
            <p:ph type="title"/>
          </p:nvPr>
        </p:nvSpPr>
        <p:spPr>
          <a:xfrm>
            <a:off x="731520" y="548640"/>
            <a:ext cx="6135624" cy="11430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Arial"/>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22"/>
          <p:cNvSpPr txBox="1">
            <a:spLocks noGrp="1"/>
          </p:cNvSpPr>
          <p:nvPr>
            <p:ph type="body" idx="1"/>
          </p:nvPr>
        </p:nvSpPr>
        <p:spPr>
          <a:xfrm>
            <a:off x="731520" y="1828800"/>
            <a:ext cx="6135624" cy="4489704"/>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440"/>
              <a:buNone/>
              <a:defRPr>
                <a:solidFill>
                  <a:schemeClr val="dk1"/>
                </a:solidFill>
              </a:defRPr>
            </a:lvl1pPr>
            <a:lvl2pPr marL="914400" lvl="1" indent="-309880" algn="l">
              <a:lnSpc>
                <a:spcPct val="110000"/>
              </a:lnSpc>
              <a:spcBef>
                <a:spcPts val="500"/>
              </a:spcBef>
              <a:spcAft>
                <a:spcPts val="0"/>
              </a:spcAft>
              <a:buClr>
                <a:schemeClr val="dk1"/>
              </a:buClr>
              <a:buSzPts val="1280"/>
              <a:buChar char="–"/>
              <a:defRPr>
                <a:solidFill>
                  <a:schemeClr val="dk1"/>
                </a:solidFill>
              </a:defRPr>
            </a:lvl2pPr>
            <a:lvl3pPr marL="1371600" lvl="2" indent="-299719" algn="l">
              <a:lnSpc>
                <a:spcPct val="110000"/>
              </a:lnSpc>
              <a:spcBef>
                <a:spcPts val="500"/>
              </a:spcBef>
              <a:spcAft>
                <a:spcPts val="0"/>
              </a:spcAft>
              <a:buClr>
                <a:schemeClr val="dk1"/>
              </a:buClr>
              <a:buSzPts val="1120"/>
              <a:buChar char="•"/>
              <a:defRPr>
                <a:solidFill>
                  <a:schemeClr val="dk1"/>
                </a:solidFill>
              </a:defRPr>
            </a:lvl3pPr>
            <a:lvl4pPr marL="1828800" lvl="3" indent="-299719" algn="l">
              <a:lnSpc>
                <a:spcPct val="110000"/>
              </a:lnSpc>
              <a:spcBef>
                <a:spcPts val="500"/>
              </a:spcBef>
              <a:spcAft>
                <a:spcPts val="0"/>
              </a:spcAft>
              <a:buClr>
                <a:schemeClr val="dk1"/>
              </a:buClr>
              <a:buSzPts val="1120"/>
              <a:buChar char="–"/>
              <a:defRPr>
                <a:solidFill>
                  <a:schemeClr val="dk1"/>
                </a:solidFill>
              </a:defRPr>
            </a:lvl4pPr>
            <a:lvl5pPr marL="2286000" lvl="4" indent="-299720" algn="l">
              <a:lnSpc>
                <a:spcPct val="110000"/>
              </a:lnSpc>
              <a:spcBef>
                <a:spcPts val="500"/>
              </a:spcBef>
              <a:spcAft>
                <a:spcPts val="0"/>
              </a:spcAft>
              <a:buClr>
                <a:schemeClr val="dk1"/>
              </a:buClr>
              <a:buSzPts val="1120"/>
              <a:buChar char="•"/>
              <a:defRPr>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41" name="Google Shape;41;p22"/>
          <p:cNvPicPr preferRelativeResize="0">
            <a:picLocks noGrp="1"/>
          </p:cNvPicPr>
          <p:nvPr>
            <p:ph type="pic" idx="2"/>
          </p:nvPr>
        </p:nvPicPr>
        <p:blipFill/>
        <p:spPr>
          <a:xfrm>
            <a:off x="7400544" y="0"/>
            <a:ext cx="4791456" cy="6858000"/>
          </a:xfrm>
          <a:prstGeom prst="rect">
            <a:avLst/>
          </a:prstGeom>
          <a:blipFill rotWithShape="1">
            <a:blip r:embed="rId2">
              <a:alphaModFix amt="70000"/>
            </a:blip>
            <a:stretch>
              <a:fillRect/>
            </a:stretch>
          </a:blipFill>
          <a:ln>
            <a:noFill/>
          </a:ln>
        </p:spPr>
      </p:pic>
      <p:cxnSp>
        <p:nvCxnSpPr>
          <p:cNvPr id="42" name="Google Shape;42;p22"/>
          <p:cNvCxnSpPr/>
          <p:nvPr/>
        </p:nvCxnSpPr>
        <p:spPr>
          <a:xfrm>
            <a:off x="7382022" y="0"/>
            <a:ext cx="0" cy="6858000"/>
          </a:xfrm>
          <a:prstGeom prst="straightConnector1">
            <a:avLst/>
          </a:prstGeom>
          <a:noFill/>
          <a:ln w="9525" cap="flat" cmpd="sng">
            <a:solidFill>
              <a:schemeClr val="dk1"/>
            </a:solidFill>
            <a:prstDash val="solid"/>
            <a:miter lim="800000"/>
            <a:headEnd type="none" w="sm" len="sm"/>
            <a:tailEnd type="none" w="sm" len="sm"/>
          </a:ln>
        </p:spPr>
      </p:cxnSp>
      <p:sp>
        <p:nvSpPr>
          <p:cNvPr id="43" name="Google Shape;43;p22"/>
          <p:cNvSpPr txBox="1">
            <a:spLocks noGrp="1"/>
          </p:cNvSpPr>
          <p:nvPr>
            <p:ph type="dt" idx="10"/>
          </p:nvPr>
        </p:nvSpPr>
        <p:spPr>
          <a:xfrm rot="5400000">
            <a:off x="-997745"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2"/>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22"/>
          <p:cNvSpPr txBox="1">
            <a:spLocks noGrp="1"/>
          </p:cNvSpPr>
          <p:nvPr>
            <p:ph type="sldNum" idx="12"/>
          </p:nvPr>
        </p:nvSpPr>
        <p:spPr>
          <a:xfrm>
            <a:off x="51117"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46"/>
        <p:cNvGrpSpPr/>
        <p:nvPr/>
      </p:nvGrpSpPr>
      <p:grpSpPr>
        <a:xfrm>
          <a:off x="0" y="0"/>
          <a:ext cx="0" cy="0"/>
          <a:chOff x="0" y="0"/>
          <a:chExt cx="0" cy="0"/>
        </a:xfrm>
      </p:grpSpPr>
      <p:sp>
        <p:nvSpPr>
          <p:cNvPr id="47" name="Google Shape;47;p23"/>
          <p:cNvSpPr txBox="1">
            <a:spLocks noGrp="1"/>
          </p:cNvSpPr>
          <p:nvPr>
            <p:ph type="title"/>
          </p:nvPr>
        </p:nvSpPr>
        <p:spPr>
          <a:xfrm>
            <a:off x="731520" y="365760"/>
            <a:ext cx="10741152" cy="113225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00"/>
              <a:buFont typeface="Arial"/>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23"/>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3"/>
          <p:cNvSpPr txBox="1">
            <a:spLocks noGrp="1"/>
          </p:cNvSpPr>
          <p:nvPr>
            <p:ph type="body" idx="1"/>
          </p:nvPr>
        </p:nvSpPr>
        <p:spPr>
          <a:xfrm>
            <a:off x="731838" y="2103438"/>
            <a:ext cx="5181600" cy="4351337"/>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440"/>
              <a:buNone/>
              <a:defRPr/>
            </a:lvl1pPr>
            <a:lvl2pPr marL="914400" lvl="1" indent="-320040" algn="l">
              <a:lnSpc>
                <a:spcPct val="110000"/>
              </a:lnSpc>
              <a:spcBef>
                <a:spcPts val="500"/>
              </a:spcBef>
              <a:spcAft>
                <a:spcPts val="0"/>
              </a:spcAft>
              <a:buClr>
                <a:schemeClr val="dk1"/>
              </a:buClr>
              <a:buSzPts val="1440"/>
              <a:buChar char="–"/>
              <a:defRPr/>
            </a:lvl2pPr>
            <a:lvl3pPr marL="1371600" lvl="2" indent="-320039" algn="l">
              <a:lnSpc>
                <a:spcPct val="110000"/>
              </a:lnSpc>
              <a:spcBef>
                <a:spcPts val="500"/>
              </a:spcBef>
              <a:spcAft>
                <a:spcPts val="0"/>
              </a:spcAft>
              <a:buClr>
                <a:schemeClr val="dk1"/>
              </a:buClr>
              <a:buSzPts val="1440"/>
              <a:buChar char="•"/>
              <a:defRPr/>
            </a:lvl3pPr>
            <a:lvl4pPr marL="1828800" lvl="3" indent="-320039" algn="l">
              <a:lnSpc>
                <a:spcPct val="110000"/>
              </a:lnSpc>
              <a:spcBef>
                <a:spcPts val="500"/>
              </a:spcBef>
              <a:spcAft>
                <a:spcPts val="0"/>
              </a:spcAft>
              <a:buClr>
                <a:schemeClr val="dk1"/>
              </a:buClr>
              <a:buSzPts val="1440"/>
              <a:buChar char="–"/>
              <a:defRPr/>
            </a:lvl4pPr>
            <a:lvl5pPr marL="2286000" lvl="4" indent="-320039" algn="l">
              <a:lnSpc>
                <a:spcPct val="110000"/>
              </a:lnSpc>
              <a:spcBef>
                <a:spcPts val="500"/>
              </a:spcBef>
              <a:spcAft>
                <a:spcPts val="0"/>
              </a:spcAft>
              <a:buClr>
                <a:schemeClr val="dk1"/>
              </a:buClr>
              <a:buSzPts val="144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23"/>
          <p:cNvSpPr txBox="1">
            <a:spLocks noGrp="1"/>
          </p:cNvSpPr>
          <p:nvPr>
            <p:ph type="body" idx="2"/>
          </p:nvPr>
        </p:nvSpPr>
        <p:spPr>
          <a:xfrm>
            <a:off x="6284947" y="2103121"/>
            <a:ext cx="5181600" cy="4351337"/>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440"/>
              <a:buNone/>
              <a:defRPr/>
            </a:lvl1pPr>
            <a:lvl2pPr marL="914400" lvl="1" indent="-320040" algn="l">
              <a:lnSpc>
                <a:spcPct val="110000"/>
              </a:lnSpc>
              <a:spcBef>
                <a:spcPts val="500"/>
              </a:spcBef>
              <a:spcAft>
                <a:spcPts val="0"/>
              </a:spcAft>
              <a:buClr>
                <a:schemeClr val="dk1"/>
              </a:buClr>
              <a:buSzPts val="1440"/>
              <a:buChar char="–"/>
              <a:defRPr/>
            </a:lvl2pPr>
            <a:lvl3pPr marL="1371600" lvl="2" indent="-320039" algn="l">
              <a:lnSpc>
                <a:spcPct val="110000"/>
              </a:lnSpc>
              <a:spcBef>
                <a:spcPts val="500"/>
              </a:spcBef>
              <a:spcAft>
                <a:spcPts val="0"/>
              </a:spcAft>
              <a:buClr>
                <a:schemeClr val="dk1"/>
              </a:buClr>
              <a:buSzPts val="1440"/>
              <a:buChar char="•"/>
              <a:defRPr/>
            </a:lvl3pPr>
            <a:lvl4pPr marL="1828800" lvl="3" indent="-320039" algn="l">
              <a:lnSpc>
                <a:spcPct val="110000"/>
              </a:lnSpc>
              <a:spcBef>
                <a:spcPts val="500"/>
              </a:spcBef>
              <a:spcAft>
                <a:spcPts val="0"/>
              </a:spcAft>
              <a:buClr>
                <a:schemeClr val="dk1"/>
              </a:buClr>
              <a:buSzPts val="1440"/>
              <a:buChar char="–"/>
              <a:defRPr/>
            </a:lvl4pPr>
            <a:lvl5pPr marL="2286000" lvl="4" indent="-320039" algn="l">
              <a:lnSpc>
                <a:spcPct val="110000"/>
              </a:lnSpc>
              <a:spcBef>
                <a:spcPts val="500"/>
              </a:spcBef>
              <a:spcAft>
                <a:spcPts val="0"/>
              </a:spcAft>
              <a:buClr>
                <a:schemeClr val="dk1"/>
              </a:buClr>
              <a:buSzPts val="144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23"/>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3"/>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b="0" i="0" u="none" strike="noStrike" cap="none">
                <a:solidFill>
                  <a:schemeClr val="dk1"/>
                </a:solidFill>
                <a:latin typeface="Sorts Mill Goudy"/>
                <a:ea typeface="Sorts Mill Goudy"/>
                <a:cs typeface="Sorts Mill Goudy"/>
                <a:sym typeface="Sorts Mill Goudy"/>
              </a:defRPr>
            </a:lvl1pPr>
            <a:lvl2pPr marL="0" lvl="1" indent="0" algn="ctr">
              <a:spcBef>
                <a:spcPts val="0"/>
              </a:spcBef>
              <a:buNone/>
              <a:defRPr sz="1000" b="0" i="0" u="none" strike="noStrike" cap="none">
                <a:solidFill>
                  <a:schemeClr val="dk1"/>
                </a:solidFill>
                <a:latin typeface="Sorts Mill Goudy"/>
                <a:ea typeface="Sorts Mill Goudy"/>
                <a:cs typeface="Sorts Mill Goudy"/>
                <a:sym typeface="Sorts Mill Goudy"/>
              </a:defRPr>
            </a:lvl2pPr>
            <a:lvl3pPr marL="0" lvl="2" indent="0" algn="ctr">
              <a:spcBef>
                <a:spcPts val="0"/>
              </a:spcBef>
              <a:buNone/>
              <a:defRPr sz="1000" b="0" i="0" u="none" strike="noStrike" cap="none">
                <a:solidFill>
                  <a:schemeClr val="dk1"/>
                </a:solidFill>
                <a:latin typeface="Sorts Mill Goudy"/>
                <a:ea typeface="Sorts Mill Goudy"/>
                <a:cs typeface="Sorts Mill Goudy"/>
                <a:sym typeface="Sorts Mill Goudy"/>
              </a:defRPr>
            </a:lvl3pPr>
            <a:lvl4pPr marL="0" lvl="3" indent="0" algn="ctr">
              <a:spcBef>
                <a:spcPts val="0"/>
              </a:spcBef>
              <a:buNone/>
              <a:defRPr sz="1000" b="0" i="0" u="none" strike="noStrike" cap="none">
                <a:solidFill>
                  <a:schemeClr val="dk1"/>
                </a:solidFill>
                <a:latin typeface="Sorts Mill Goudy"/>
                <a:ea typeface="Sorts Mill Goudy"/>
                <a:cs typeface="Sorts Mill Goudy"/>
                <a:sym typeface="Sorts Mill Goudy"/>
              </a:defRPr>
            </a:lvl4pPr>
            <a:lvl5pPr marL="0" lvl="4" indent="0" algn="ctr">
              <a:spcBef>
                <a:spcPts val="0"/>
              </a:spcBef>
              <a:buNone/>
              <a:defRPr sz="1000" b="0" i="0" u="none" strike="noStrike" cap="none">
                <a:solidFill>
                  <a:schemeClr val="dk1"/>
                </a:solidFill>
                <a:latin typeface="Sorts Mill Goudy"/>
                <a:ea typeface="Sorts Mill Goudy"/>
                <a:cs typeface="Sorts Mill Goudy"/>
                <a:sym typeface="Sorts Mill Goudy"/>
              </a:defRPr>
            </a:lvl5pPr>
            <a:lvl6pPr marL="0" lvl="5" indent="0" algn="ctr">
              <a:spcBef>
                <a:spcPts val="0"/>
              </a:spcBef>
              <a:buNone/>
              <a:defRPr sz="1000" b="0" i="0" u="none" strike="noStrike" cap="none">
                <a:solidFill>
                  <a:schemeClr val="dk1"/>
                </a:solidFill>
                <a:latin typeface="Sorts Mill Goudy"/>
                <a:ea typeface="Sorts Mill Goudy"/>
                <a:cs typeface="Sorts Mill Goudy"/>
                <a:sym typeface="Sorts Mill Goudy"/>
              </a:defRPr>
            </a:lvl6pPr>
            <a:lvl7pPr marL="0" lvl="6" indent="0" algn="ctr">
              <a:spcBef>
                <a:spcPts val="0"/>
              </a:spcBef>
              <a:buNone/>
              <a:defRPr sz="1000" b="0" i="0" u="none" strike="noStrike" cap="none">
                <a:solidFill>
                  <a:schemeClr val="dk1"/>
                </a:solidFill>
                <a:latin typeface="Sorts Mill Goudy"/>
                <a:ea typeface="Sorts Mill Goudy"/>
                <a:cs typeface="Sorts Mill Goudy"/>
                <a:sym typeface="Sorts Mill Goudy"/>
              </a:defRPr>
            </a:lvl7pPr>
            <a:lvl8pPr marL="0" lvl="7" indent="0" algn="ctr">
              <a:spcBef>
                <a:spcPts val="0"/>
              </a:spcBef>
              <a:buNone/>
              <a:defRPr sz="1000" b="0" i="0" u="none" strike="noStrike" cap="none">
                <a:solidFill>
                  <a:schemeClr val="dk1"/>
                </a:solidFill>
                <a:latin typeface="Sorts Mill Goudy"/>
                <a:ea typeface="Sorts Mill Goudy"/>
                <a:cs typeface="Sorts Mill Goudy"/>
                <a:sym typeface="Sorts Mill Goudy"/>
              </a:defRPr>
            </a:lvl8pPr>
            <a:lvl9pPr marL="0" lvl="8" indent="0" algn="ctr">
              <a:spcBef>
                <a:spcPts val="0"/>
              </a:spcBef>
              <a:buNone/>
              <a:defRPr sz="1000" b="0" i="0" u="none" strike="noStrike" cap="none">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Content with Picture 9">
  <p:cSld name="Content with Picture 9">
    <p:spTree>
      <p:nvGrpSpPr>
        <p:cNvPr id="1" name="Shape 53"/>
        <p:cNvGrpSpPr/>
        <p:nvPr/>
      </p:nvGrpSpPr>
      <p:grpSpPr>
        <a:xfrm>
          <a:off x="0" y="0"/>
          <a:ext cx="0" cy="0"/>
          <a:chOff x="0" y="0"/>
          <a:chExt cx="0" cy="0"/>
        </a:xfrm>
      </p:grpSpPr>
      <p:sp>
        <p:nvSpPr>
          <p:cNvPr id="54" name="Google Shape;54;p24"/>
          <p:cNvSpPr txBox="1">
            <a:spLocks noGrp="1"/>
          </p:cNvSpPr>
          <p:nvPr>
            <p:ph type="title"/>
          </p:nvPr>
        </p:nvSpPr>
        <p:spPr>
          <a:xfrm>
            <a:off x="731520" y="320040"/>
            <a:ext cx="4572000" cy="93268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4"/>
          <p:cNvSpPr txBox="1">
            <a:spLocks noGrp="1"/>
          </p:cNvSpPr>
          <p:nvPr>
            <p:ph type="body" idx="1"/>
          </p:nvPr>
        </p:nvSpPr>
        <p:spPr>
          <a:xfrm>
            <a:off x="731520" y="1380744"/>
            <a:ext cx="4572000" cy="4983480"/>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440"/>
              <a:buNone/>
              <a:defRPr>
                <a:solidFill>
                  <a:schemeClr val="dk1"/>
                </a:solidFill>
              </a:defRPr>
            </a:lvl1pPr>
            <a:lvl2pPr marL="914400" lvl="1" indent="-309880" algn="l">
              <a:lnSpc>
                <a:spcPct val="110000"/>
              </a:lnSpc>
              <a:spcBef>
                <a:spcPts val="500"/>
              </a:spcBef>
              <a:spcAft>
                <a:spcPts val="0"/>
              </a:spcAft>
              <a:buClr>
                <a:schemeClr val="dk1"/>
              </a:buClr>
              <a:buSzPts val="1280"/>
              <a:buChar char="–"/>
              <a:defRPr>
                <a:solidFill>
                  <a:schemeClr val="dk1"/>
                </a:solidFill>
              </a:defRPr>
            </a:lvl2pPr>
            <a:lvl3pPr marL="1371600" lvl="2" indent="-299719" algn="l">
              <a:lnSpc>
                <a:spcPct val="110000"/>
              </a:lnSpc>
              <a:spcBef>
                <a:spcPts val="500"/>
              </a:spcBef>
              <a:spcAft>
                <a:spcPts val="0"/>
              </a:spcAft>
              <a:buClr>
                <a:schemeClr val="dk1"/>
              </a:buClr>
              <a:buSzPts val="1120"/>
              <a:buChar char="•"/>
              <a:defRPr>
                <a:solidFill>
                  <a:schemeClr val="dk1"/>
                </a:solidFill>
              </a:defRPr>
            </a:lvl3pPr>
            <a:lvl4pPr marL="1828800" lvl="3" indent="-299719" algn="l">
              <a:lnSpc>
                <a:spcPct val="110000"/>
              </a:lnSpc>
              <a:spcBef>
                <a:spcPts val="500"/>
              </a:spcBef>
              <a:spcAft>
                <a:spcPts val="0"/>
              </a:spcAft>
              <a:buClr>
                <a:schemeClr val="dk1"/>
              </a:buClr>
              <a:buSzPts val="1120"/>
              <a:buChar char="–"/>
              <a:defRPr>
                <a:solidFill>
                  <a:schemeClr val="dk1"/>
                </a:solidFill>
              </a:defRPr>
            </a:lvl4pPr>
            <a:lvl5pPr marL="2286000" lvl="4" indent="-299720" algn="l">
              <a:lnSpc>
                <a:spcPct val="110000"/>
              </a:lnSpc>
              <a:spcBef>
                <a:spcPts val="500"/>
              </a:spcBef>
              <a:spcAft>
                <a:spcPts val="0"/>
              </a:spcAft>
              <a:buClr>
                <a:schemeClr val="dk1"/>
              </a:buClr>
              <a:buSzPts val="1120"/>
              <a:buChar char="•"/>
              <a:defRPr>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56" name="Google Shape;56;p24"/>
          <p:cNvPicPr preferRelativeResize="0">
            <a:picLocks noGrp="1"/>
          </p:cNvPicPr>
          <p:nvPr>
            <p:ph type="pic" idx="2"/>
          </p:nvPr>
        </p:nvPicPr>
        <p:blipFill/>
        <p:spPr>
          <a:xfrm>
            <a:off x="5917720" y="0"/>
            <a:ext cx="6274279" cy="6858000"/>
          </a:xfrm>
          <a:prstGeom prst="rect">
            <a:avLst/>
          </a:prstGeom>
          <a:blipFill rotWithShape="1">
            <a:blip r:embed="rId2">
              <a:alphaModFix amt="70000"/>
            </a:blip>
            <a:stretch>
              <a:fillRect/>
            </a:stretch>
          </a:blipFill>
          <a:ln>
            <a:noFill/>
          </a:ln>
        </p:spPr>
      </p:pic>
      <p:cxnSp>
        <p:nvCxnSpPr>
          <p:cNvPr id="57" name="Google Shape;57;p24"/>
          <p:cNvCxnSpPr/>
          <p:nvPr/>
        </p:nvCxnSpPr>
        <p:spPr>
          <a:xfrm>
            <a:off x="5911724" y="0"/>
            <a:ext cx="0" cy="6858000"/>
          </a:xfrm>
          <a:prstGeom prst="straightConnector1">
            <a:avLst/>
          </a:prstGeom>
          <a:noFill/>
          <a:ln w="9525" cap="flat" cmpd="sng">
            <a:solidFill>
              <a:schemeClr val="dk1"/>
            </a:solidFill>
            <a:prstDash val="solid"/>
            <a:miter lim="800000"/>
            <a:headEnd type="none" w="sm" len="sm"/>
            <a:tailEnd type="none" w="sm" len="sm"/>
          </a:ln>
        </p:spPr>
      </p:cxnSp>
      <p:sp>
        <p:nvSpPr>
          <p:cNvPr id="58" name="Google Shape;58;p24"/>
          <p:cNvSpPr txBox="1">
            <a:spLocks noGrp="1"/>
          </p:cNvSpPr>
          <p:nvPr>
            <p:ph type="dt" idx="10"/>
          </p:nvPr>
        </p:nvSpPr>
        <p:spPr>
          <a:xfrm rot="5400000">
            <a:off x="-997745"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4"/>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4"/>
          <p:cNvSpPr txBox="1">
            <a:spLocks noGrp="1"/>
          </p:cNvSpPr>
          <p:nvPr>
            <p:ph type="sldNum" idx="12"/>
          </p:nvPr>
        </p:nvSpPr>
        <p:spPr>
          <a:xfrm>
            <a:off x="51117"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Content with Picture 7">
  <p:cSld name="Content with Picture 7">
    <p:spTree>
      <p:nvGrpSpPr>
        <p:cNvPr id="1" name="Shape 61"/>
        <p:cNvGrpSpPr/>
        <p:nvPr/>
      </p:nvGrpSpPr>
      <p:grpSpPr>
        <a:xfrm>
          <a:off x="0" y="0"/>
          <a:ext cx="0" cy="0"/>
          <a:chOff x="0" y="0"/>
          <a:chExt cx="0" cy="0"/>
        </a:xfrm>
      </p:grpSpPr>
      <p:sp>
        <p:nvSpPr>
          <p:cNvPr id="62" name="Google Shape;62;p25"/>
          <p:cNvSpPr txBox="1">
            <a:spLocks noGrp="1"/>
          </p:cNvSpPr>
          <p:nvPr>
            <p:ph type="title"/>
          </p:nvPr>
        </p:nvSpPr>
        <p:spPr>
          <a:xfrm>
            <a:off x="7132320" y="584339"/>
            <a:ext cx="4361688" cy="1261714"/>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Arial"/>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63" name="Google Shape;63;p25"/>
          <p:cNvPicPr preferRelativeResize="0">
            <a:picLocks noGrp="1"/>
          </p:cNvPicPr>
          <p:nvPr>
            <p:ph type="pic" idx="2"/>
          </p:nvPr>
        </p:nvPicPr>
        <p:blipFill/>
        <p:spPr>
          <a:xfrm>
            <a:off x="0" y="0"/>
            <a:ext cx="6611509" cy="6858000"/>
          </a:xfrm>
          <a:prstGeom prst="rect">
            <a:avLst/>
          </a:prstGeom>
          <a:blipFill rotWithShape="1">
            <a:blip r:embed="rId2">
              <a:alphaModFix amt="70000"/>
            </a:blip>
            <a:stretch>
              <a:fillRect/>
            </a:stretch>
          </a:blipFill>
          <a:ln>
            <a:noFill/>
          </a:ln>
        </p:spPr>
      </p:pic>
      <p:sp>
        <p:nvSpPr>
          <p:cNvPr id="64" name="Google Shape;64;p25"/>
          <p:cNvSpPr txBox="1">
            <a:spLocks noGrp="1"/>
          </p:cNvSpPr>
          <p:nvPr>
            <p:ph type="body" idx="1"/>
          </p:nvPr>
        </p:nvSpPr>
        <p:spPr>
          <a:xfrm>
            <a:off x="7132320" y="1979463"/>
            <a:ext cx="4362450" cy="4329262"/>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440"/>
              <a:buNone/>
              <a:defRPr>
                <a:solidFill>
                  <a:schemeClr val="dk1"/>
                </a:solidFill>
              </a:defRPr>
            </a:lvl1pPr>
            <a:lvl2pPr marL="914400" lvl="1" indent="-309880" algn="l">
              <a:lnSpc>
                <a:spcPct val="110000"/>
              </a:lnSpc>
              <a:spcBef>
                <a:spcPts val="500"/>
              </a:spcBef>
              <a:spcAft>
                <a:spcPts val="0"/>
              </a:spcAft>
              <a:buClr>
                <a:schemeClr val="dk1"/>
              </a:buClr>
              <a:buSzPts val="1280"/>
              <a:buChar char="–"/>
              <a:defRPr>
                <a:solidFill>
                  <a:schemeClr val="dk1"/>
                </a:solidFill>
              </a:defRPr>
            </a:lvl2pPr>
            <a:lvl3pPr marL="1371600" lvl="2" indent="-299719" algn="l">
              <a:lnSpc>
                <a:spcPct val="110000"/>
              </a:lnSpc>
              <a:spcBef>
                <a:spcPts val="500"/>
              </a:spcBef>
              <a:spcAft>
                <a:spcPts val="0"/>
              </a:spcAft>
              <a:buClr>
                <a:schemeClr val="dk1"/>
              </a:buClr>
              <a:buSzPts val="1120"/>
              <a:buChar char="•"/>
              <a:defRPr>
                <a:solidFill>
                  <a:schemeClr val="dk1"/>
                </a:solidFill>
              </a:defRPr>
            </a:lvl3pPr>
            <a:lvl4pPr marL="1828800" lvl="3" indent="-299719" algn="l">
              <a:lnSpc>
                <a:spcPct val="110000"/>
              </a:lnSpc>
              <a:spcBef>
                <a:spcPts val="500"/>
              </a:spcBef>
              <a:spcAft>
                <a:spcPts val="0"/>
              </a:spcAft>
              <a:buClr>
                <a:schemeClr val="dk1"/>
              </a:buClr>
              <a:buSzPts val="1120"/>
              <a:buChar char="–"/>
              <a:defRPr>
                <a:solidFill>
                  <a:schemeClr val="dk1"/>
                </a:solidFill>
              </a:defRPr>
            </a:lvl4pPr>
            <a:lvl5pPr marL="2286000" lvl="4" indent="-299720" algn="l">
              <a:lnSpc>
                <a:spcPct val="110000"/>
              </a:lnSpc>
              <a:spcBef>
                <a:spcPts val="500"/>
              </a:spcBef>
              <a:spcAft>
                <a:spcPts val="0"/>
              </a:spcAft>
              <a:buClr>
                <a:schemeClr val="dk1"/>
              </a:buClr>
              <a:buSzPts val="1120"/>
              <a:buChar char="•"/>
              <a:defRPr>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65" name="Google Shape;65;p25"/>
          <p:cNvCxnSpPr/>
          <p:nvPr/>
        </p:nvCxnSpPr>
        <p:spPr>
          <a:xfrm>
            <a:off x="6616017" y="0"/>
            <a:ext cx="0" cy="6858000"/>
          </a:xfrm>
          <a:prstGeom prst="straightConnector1">
            <a:avLst/>
          </a:prstGeom>
          <a:noFill/>
          <a:ln w="9525" cap="flat" cmpd="sng">
            <a:solidFill>
              <a:schemeClr val="dk1"/>
            </a:solidFill>
            <a:prstDash val="solid"/>
            <a:miter lim="800000"/>
            <a:headEnd type="none" w="sm" len="sm"/>
            <a:tailEnd type="none" w="sm" len="sm"/>
          </a:ln>
        </p:spPr>
      </p:cxnSp>
      <p:sp>
        <p:nvSpPr>
          <p:cNvPr id="66" name="Google Shape;66;p25"/>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5"/>
          <p:cNvSpPr txBox="1">
            <a:spLocks noGrp="1"/>
          </p:cNvSpPr>
          <p:nvPr>
            <p:ph type="ftr" idx="11"/>
          </p:nvPr>
        </p:nvSpPr>
        <p:spPr>
          <a:xfrm rot="-5400000" flipH="1">
            <a:off x="10292565"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5"/>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Agenda 2">
  <p:cSld name="Agenda 2">
    <p:spTree>
      <p:nvGrpSpPr>
        <p:cNvPr id="1" name="Shape 69"/>
        <p:cNvGrpSpPr/>
        <p:nvPr/>
      </p:nvGrpSpPr>
      <p:grpSpPr>
        <a:xfrm>
          <a:off x="0" y="0"/>
          <a:ext cx="0" cy="0"/>
          <a:chOff x="0" y="0"/>
          <a:chExt cx="0" cy="0"/>
        </a:xfrm>
      </p:grpSpPr>
      <p:sp>
        <p:nvSpPr>
          <p:cNvPr id="70" name="Google Shape;70;p26"/>
          <p:cNvSpPr txBox="1">
            <a:spLocks noGrp="1"/>
          </p:cNvSpPr>
          <p:nvPr>
            <p:ph type="title"/>
          </p:nvPr>
        </p:nvSpPr>
        <p:spPr>
          <a:xfrm>
            <a:off x="1523192" y="921782"/>
            <a:ext cx="8012703" cy="146304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6000"/>
              <a:buFont typeface="Arial"/>
              <a:buNone/>
              <a:defRPr sz="6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26"/>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6"/>
          <p:cNvSpPr txBox="1">
            <a:spLocks noGrp="1"/>
          </p:cNvSpPr>
          <p:nvPr>
            <p:ph type="body" idx="1"/>
          </p:nvPr>
        </p:nvSpPr>
        <p:spPr>
          <a:xfrm>
            <a:off x="1523192" y="2533094"/>
            <a:ext cx="8012694" cy="3689909"/>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440"/>
              <a:buFont typeface="Arial"/>
              <a:buNone/>
              <a:defRPr sz="1800">
                <a:solidFill>
                  <a:schemeClr val="dk1"/>
                </a:solidFill>
              </a:defRPr>
            </a:lvl1pPr>
            <a:lvl2pPr marL="914400" lvl="1" indent="-309880" algn="l">
              <a:lnSpc>
                <a:spcPct val="110000"/>
              </a:lnSpc>
              <a:spcBef>
                <a:spcPts val="500"/>
              </a:spcBef>
              <a:spcAft>
                <a:spcPts val="0"/>
              </a:spcAft>
              <a:buClr>
                <a:schemeClr val="dk1"/>
              </a:buClr>
              <a:buSzPts val="1280"/>
              <a:buChar char="–"/>
              <a:defRPr sz="1600">
                <a:solidFill>
                  <a:schemeClr val="dk1"/>
                </a:solidFill>
              </a:defRPr>
            </a:lvl2pPr>
            <a:lvl3pPr marL="1371600" lvl="2" indent="-299719" algn="l">
              <a:lnSpc>
                <a:spcPct val="110000"/>
              </a:lnSpc>
              <a:spcBef>
                <a:spcPts val="500"/>
              </a:spcBef>
              <a:spcAft>
                <a:spcPts val="0"/>
              </a:spcAft>
              <a:buClr>
                <a:schemeClr val="dk1"/>
              </a:buClr>
              <a:buSzPts val="1120"/>
              <a:buChar char="•"/>
              <a:defRPr sz="1400">
                <a:solidFill>
                  <a:schemeClr val="dk1"/>
                </a:solidFill>
              </a:defRPr>
            </a:lvl3pPr>
            <a:lvl4pPr marL="1828800" lvl="3" indent="-289560" algn="l">
              <a:lnSpc>
                <a:spcPct val="110000"/>
              </a:lnSpc>
              <a:spcBef>
                <a:spcPts val="500"/>
              </a:spcBef>
              <a:spcAft>
                <a:spcPts val="0"/>
              </a:spcAft>
              <a:buClr>
                <a:schemeClr val="dk1"/>
              </a:buClr>
              <a:buSzPts val="960"/>
              <a:buChar char="–"/>
              <a:defRPr sz="1200">
                <a:solidFill>
                  <a:schemeClr val="dk1"/>
                </a:solidFill>
              </a:defRPr>
            </a:lvl4pPr>
            <a:lvl5pPr marL="2286000" lvl="4" indent="-284479" algn="l">
              <a:lnSpc>
                <a:spcPct val="110000"/>
              </a:lnSpc>
              <a:spcBef>
                <a:spcPts val="500"/>
              </a:spcBef>
              <a:spcAft>
                <a:spcPts val="0"/>
              </a:spcAft>
              <a:buClr>
                <a:schemeClr val="dk1"/>
              </a:buClr>
              <a:buSzPts val="880"/>
              <a:buChar char="•"/>
              <a:defRPr sz="110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26"/>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26"/>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b="0" i="0" u="none" strike="noStrike" cap="none">
                <a:solidFill>
                  <a:schemeClr val="dk1"/>
                </a:solidFill>
                <a:latin typeface="Sorts Mill Goudy"/>
                <a:ea typeface="Sorts Mill Goudy"/>
                <a:cs typeface="Sorts Mill Goudy"/>
                <a:sym typeface="Sorts Mill Goudy"/>
              </a:defRPr>
            </a:lvl1pPr>
            <a:lvl2pPr marL="0" lvl="1" indent="0" algn="ctr">
              <a:spcBef>
                <a:spcPts val="0"/>
              </a:spcBef>
              <a:buNone/>
              <a:defRPr sz="1000" b="0" i="0" u="none" strike="noStrike" cap="none">
                <a:solidFill>
                  <a:schemeClr val="dk1"/>
                </a:solidFill>
                <a:latin typeface="Sorts Mill Goudy"/>
                <a:ea typeface="Sorts Mill Goudy"/>
                <a:cs typeface="Sorts Mill Goudy"/>
                <a:sym typeface="Sorts Mill Goudy"/>
              </a:defRPr>
            </a:lvl2pPr>
            <a:lvl3pPr marL="0" lvl="2" indent="0" algn="ctr">
              <a:spcBef>
                <a:spcPts val="0"/>
              </a:spcBef>
              <a:buNone/>
              <a:defRPr sz="1000" b="0" i="0" u="none" strike="noStrike" cap="none">
                <a:solidFill>
                  <a:schemeClr val="dk1"/>
                </a:solidFill>
                <a:latin typeface="Sorts Mill Goudy"/>
                <a:ea typeface="Sorts Mill Goudy"/>
                <a:cs typeface="Sorts Mill Goudy"/>
                <a:sym typeface="Sorts Mill Goudy"/>
              </a:defRPr>
            </a:lvl3pPr>
            <a:lvl4pPr marL="0" lvl="3" indent="0" algn="ctr">
              <a:spcBef>
                <a:spcPts val="0"/>
              </a:spcBef>
              <a:buNone/>
              <a:defRPr sz="1000" b="0" i="0" u="none" strike="noStrike" cap="none">
                <a:solidFill>
                  <a:schemeClr val="dk1"/>
                </a:solidFill>
                <a:latin typeface="Sorts Mill Goudy"/>
                <a:ea typeface="Sorts Mill Goudy"/>
                <a:cs typeface="Sorts Mill Goudy"/>
                <a:sym typeface="Sorts Mill Goudy"/>
              </a:defRPr>
            </a:lvl4pPr>
            <a:lvl5pPr marL="0" lvl="4" indent="0" algn="ctr">
              <a:spcBef>
                <a:spcPts val="0"/>
              </a:spcBef>
              <a:buNone/>
              <a:defRPr sz="1000" b="0" i="0" u="none" strike="noStrike" cap="none">
                <a:solidFill>
                  <a:schemeClr val="dk1"/>
                </a:solidFill>
                <a:latin typeface="Sorts Mill Goudy"/>
                <a:ea typeface="Sorts Mill Goudy"/>
                <a:cs typeface="Sorts Mill Goudy"/>
                <a:sym typeface="Sorts Mill Goudy"/>
              </a:defRPr>
            </a:lvl5pPr>
            <a:lvl6pPr marL="0" lvl="5" indent="0" algn="ctr">
              <a:spcBef>
                <a:spcPts val="0"/>
              </a:spcBef>
              <a:buNone/>
              <a:defRPr sz="1000" b="0" i="0" u="none" strike="noStrike" cap="none">
                <a:solidFill>
                  <a:schemeClr val="dk1"/>
                </a:solidFill>
                <a:latin typeface="Sorts Mill Goudy"/>
                <a:ea typeface="Sorts Mill Goudy"/>
                <a:cs typeface="Sorts Mill Goudy"/>
                <a:sym typeface="Sorts Mill Goudy"/>
              </a:defRPr>
            </a:lvl6pPr>
            <a:lvl7pPr marL="0" lvl="6" indent="0" algn="ctr">
              <a:spcBef>
                <a:spcPts val="0"/>
              </a:spcBef>
              <a:buNone/>
              <a:defRPr sz="1000" b="0" i="0" u="none" strike="noStrike" cap="none">
                <a:solidFill>
                  <a:schemeClr val="dk1"/>
                </a:solidFill>
                <a:latin typeface="Sorts Mill Goudy"/>
                <a:ea typeface="Sorts Mill Goudy"/>
                <a:cs typeface="Sorts Mill Goudy"/>
                <a:sym typeface="Sorts Mill Goudy"/>
              </a:defRPr>
            </a:lvl7pPr>
            <a:lvl8pPr marL="0" lvl="7" indent="0" algn="ctr">
              <a:spcBef>
                <a:spcPts val="0"/>
              </a:spcBef>
              <a:buNone/>
              <a:defRPr sz="1000" b="0" i="0" u="none" strike="noStrike" cap="none">
                <a:solidFill>
                  <a:schemeClr val="dk1"/>
                </a:solidFill>
                <a:latin typeface="Sorts Mill Goudy"/>
                <a:ea typeface="Sorts Mill Goudy"/>
                <a:cs typeface="Sorts Mill Goudy"/>
                <a:sym typeface="Sorts Mill Goudy"/>
              </a:defRPr>
            </a:lvl8pPr>
            <a:lvl9pPr marL="0" lvl="8" indent="0" algn="ctr">
              <a:spcBef>
                <a:spcPts val="0"/>
              </a:spcBef>
              <a:buNone/>
              <a:defRPr sz="1000" b="0" i="0" u="none" strike="noStrike" cap="none">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cxnSp>
        <p:nvCxnSpPr>
          <p:cNvPr id="75" name="Google Shape;75;p26"/>
          <p:cNvCxnSpPr/>
          <p:nvPr/>
        </p:nvCxnSpPr>
        <p:spPr>
          <a:xfrm>
            <a:off x="10668807" y="0"/>
            <a:ext cx="0" cy="6858000"/>
          </a:xfrm>
          <a:prstGeom prst="straightConnector1">
            <a:avLst/>
          </a:prstGeom>
          <a:noFill/>
          <a:ln w="9525" cap="flat" cmpd="sng">
            <a:solidFill>
              <a:schemeClr val="dk1"/>
            </a:solidFill>
            <a:prstDash val="solid"/>
            <a:miter lim="800000"/>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Title with Picture">
  <p:cSld name="Title with Picture">
    <p:spTree>
      <p:nvGrpSpPr>
        <p:cNvPr id="1" name="Shape 76"/>
        <p:cNvGrpSpPr/>
        <p:nvPr/>
      </p:nvGrpSpPr>
      <p:grpSpPr>
        <a:xfrm>
          <a:off x="0" y="0"/>
          <a:ext cx="0" cy="0"/>
          <a:chOff x="0" y="0"/>
          <a:chExt cx="0" cy="0"/>
        </a:xfrm>
      </p:grpSpPr>
      <p:sp>
        <p:nvSpPr>
          <p:cNvPr id="77" name="Google Shape;77;p27"/>
          <p:cNvSpPr txBox="1">
            <a:spLocks noGrp="1"/>
          </p:cNvSpPr>
          <p:nvPr>
            <p:ph type="title"/>
          </p:nvPr>
        </p:nvSpPr>
        <p:spPr>
          <a:xfrm>
            <a:off x="6857998" y="964075"/>
            <a:ext cx="4654297" cy="37398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27"/>
          <p:cNvSpPr txBox="1">
            <a:spLocks noGrp="1"/>
          </p:cNvSpPr>
          <p:nvPr>
            <p:ph type="subTitle" idx="1"/>
          </p:nvPr>
        </p:nvSpPr>
        <p:spPr>
          <a:xfrm>
            <a:off x="6858000" y="4822842"/>
            <a:ext cx="4206240" cy="1380744"/>
          </a:xfrm>
          <a:prstGeom prst="rect">
            <a:avLst/>
          </a:prstGeom>
          <a:noFill/>
          <a:ln>
            <a:noFill/>
          </a:ln>
        </p:spPr>
        <p:txBody>
          <a:bodyPr spcFirstLastPara="1" wrap="square" lIns="91425" tIns="45700" rIns="91425" bIns="45700" anchor="t" anchorCtr="0">
            <a:normAutofit/>
          </a:bodyPr>
          <a:lstStyle>
            <a:lvl1pPr lvl="0" algn="l">
              <a:lnSpc>
                <a:spcPct val="110000"/>
              </a:lnSpc>
              <a:spcBef>
                <a:spcPts val="1000"/>
              </a:spcBef>
              <a:spcAft>
                <a:spcPts val="0"/>
              </a:spcAft>
              <a:buClr>
                <a:schemeClr val="dk1"/>
              </a:buClr>
              <a:buSzPts val="1600"/>
              <a:buNone/>
              <a:defRPr sz="2000">
                <a:solidFill>
                  <a:schemeClr val="dk1"/>
                </a:solidFill>
              </a:defRPr>
            </a:lvl1pPr>
            <a:lvl2pPr lvl="1" algn="ctr">
              <a:lnSpc>
                <a:spcPct val="110000"/>
              </a:lnSpc>
              <a:spcBef>
                <a:spcPts val="500"/>
              </a:spcBef>
              <a:spcAft>
                <a:spcPts val="0"/>
              </a:spcAft>
              <a:buClr>
                <a:schemeClr val="dk1"/>
              </a:buClr>
              <a:buSzPts val="1600"/>
              <a:buNone/>
              <a:defRPr sz="2000"/>
            </a:lvl2pPr>
            <a:lvl3pPr lvl="2" algn="ctr">
              <a:lnSpc>
                <a:spcPct val="110000"/>
              </a:lnSpc>
              <a:spcBef>
                <a:spcPts val="500"/>
              </a:spcBef>
              <a:spcAft>
                <a:spcPts val="0"/>
              </a:spcAft>
              <a:buClr>
                <a:schemeClr val="dk1"/>
              </a:buClr>
              <a:buSzPts val="1440"/>
              <a:buNone/>
              <a:defRPr sz="1800"/>
            </a:lvl3pPr>
            <a:lvl4pPr lvl="3" algn="ctr">
              <a:lnSpc>
                <a:spcPct val="110000"/>
              </a:lnSpc>
              <a:spcBef>
                <a:spcPts val="500"/>
              </a:spcBef>
              <a:spcAft>
                <a:spcPts val="0"/>
              </a:spcAft>
              <a:buClr>
                <a:schemeClr val="dk1"/>
              </a:buClr>
              <a:buSzPts val="1280"/>
              <a:buNone/>
              <a:defRPr sz="1600"/>
            </a:lvl4pPr>
            <a:lvl5pPr lvl="4" algn="ctr">
              <a:lnSpc>
                <a:spcPct val="110000"/>
              </a:lnSpc>
              <a:spcBef>
                <a:spcPts val="500"/>
              </a:spcBef>
              <a:spcAft>
                <a:spcPts val="0"/>
              </a:spcAft>
              <a:buClr>
                <a:schemeClr val="dk1"/>
              </a:buClr>
              <a:buSzPts val="128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79" name="Google Shape;79;p27"/>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80" name="Google Shape;80;p27"/>
          <p:cNvPicPr preferRelativeResize="0">
            <a:picLocks noGrp="1"/>
          </p:cNvPicPr>
          <p:nvPr>
            <p:ph type="pic" idx="2"/>
          </p:nvPr>
        </p:nvPicPr>
        <p:blipFill/>
        <p:spPr>
          <a:xfrm>
            <a:off x="841248" y="964074"/>
            <a:ext cx="5403280" cy="5258929"/>
          </a:xfrm>
          <a:prstGeom prst="rect">
            <a:avLst/>
          </a:prstGeom>
          <a:blipFill rotWithShape="1">
            <a:blip r:embed="rId2">
              <a:alphaModFix amt="70000"/>
            </a:blip>
            <a:stretch>
              <a:fillRect/>
            </a:stretch>
          </a:blipFill>
          <a:ln>
            <a:noFill/>
          </a:ln>
        </p:spPr>
      </p:pic>
      <p:sp>
        <p:nvSpPr>
          <p:cNvPr id="81" name="Google Shape;81;p27"/>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7"/>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Content">
  <p:cSld name="Content">
    <p:spTree>
      <p:nvGrpSpPr>
        <p:cNvPr id="1" name="Shape 83"/>
        <p:cNvGrpSpPr/>
        <p:nvPr/>
      </p:nvGrpSpPr>
      <p:grpSpPr>
        <a:xfrm>
          <a:off x="0" y="0"/>
          <a:ext cx="0" cy="0"/>
          <a:chOff x="0" y="0"/>
          <a:chExt cx="0" cy="0"/>
        </a:xfrm>
      </p:grpSpPr>
      <p:sp>
        <p:nvSpPr>
          <p:cNvPr id="84" name="Google Shape;84;p28"/>
          <p:cNvSpPr txBox="1">
            <a:spLocks noGrp="1"/>
          </p:cNvSpPr>
          <p:nvPr>
            <p:ph type="title"/>
          </p:nvPr>
        </p:nvSpPr>
        <p:spPr>
          <a:xfrm>
            <a:off x="731520" y="365760"/>
            <a:ext cx="10741152" cy="113225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28"/>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28"/>
          <p:cNvSpPr txBox="1">
            <a:spLocks noGrp="1"/>
          </p:cNvSpPr>
          <p:nvPr>
            <p:ph type="body" idx="1"/>
          </p:nvPr>
        </p:nvSpPr>
        <p:spPr>
          <a:xfrm>
            <a:off x="731520" y="1658679"/>
            <a:ext cx="10780776" cy="4925000"/>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440"/>
              <a:buNone/>
              <a:defRPr sz="1800">
                <a:solidFill>
                  <a:schemeClr val="dk1"/>
                </a:solidFill>
              </a:defRPr>
            </a:lvl1pPr>
            <a:lvl2pPr marL="914400" lvl="1" indent="-309880" algn="l">
              <a:lnSpc>
                <a:spcPct val="110000"/>
              </a:lnSpc>
              <a:spcBef>
                <a:spcPts val="500"/>
              </a:spcBef>
              <a:spcAft>
                <a:spcPts val="0"/>
              </a:spcAft>
              <a:buClr>
                <a:schemeClr val="dk1"/>
              </a:buClr>
              <a:buSzPts val="1280"/>
              <a:buChar char="–"/>
              <a:defRPr sz="1600">
                <a:solidFill>
                  <a:schemeClr val="dk1"/>
                </a:solidFill>
              </a:defRPr>
            </a:lvl2pPr>
            <a:lvl3pPr marL="1371600" lvl="2" indent="-299719" algn="l">
              <a:lnSpc>
                <a:spcPct val="110000"/>
              </a:lnSpc>
              <a:spcBef>
                <a:spcPts val="500"/>
              </a:spcBef>
              <a:spcAft>
                <a:spcPts val="0"/>
              </a:spcAft>
              <a:buClr>
                <a:schemeClr val="dk1"/>
              </a:buClr>
              <a:buSzPts val="1120"/>
              <a:buChar char="•"/>
              <a:defRPr sz="1400">
                <a:solidFill>
                  <a:schemeClr val="dk1"/>
                </a:solidFill>
              </a:defRPr>
            </a:lvl3pPr>
            <a:lvl4pPr marL="1828800" lvl="3" indent="-289560" algn="l">
              <a:lnSpc>
                <a:spcPct val="110000"/>
              </a:lnSpc>
              <a:spcBef>
                <a:spcPts val="500"/>
              </a:spcBef>
              <a:spcAft>
                <a:spcPts val="0"/>
              </a:spcAft>
              <a:buClr>
                <a:schemeClr val="dk1"/>
              </a:buClr>
              <a:buSzPts val="960"/>
              <a:buChar char="–"/>
              <a:defRPr sz="1200">
                <a:solidFill>
                  <a:schemeClr val="dk1"/>
                </a:solidFill>
              </a:defRPr>
            </a:lvl4pPr>
            <a:lvl5pPr marL="2286000" lvl="4" indent="-289560" algn="l">
              <a:lnSpc>
                <a:spcPct val="110000"/>
              </a:lnSpc>
              <a:spcBef>
                <a:spcPts val="500"/>
              </a:spcBef>
              <a:spcAft>
                <a:spcPts val="0"/>
              </a:spcAft>
              <a:buClr>
                <a:schemeClr val="dk1"/>
              </a:buClr>
              <a:buSzPts val="960"/>
              <a:buChar char="•"/>
              <a:defRPr sz="120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28"/>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28"/>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with Picture 3">
  <p:cSld name="Title with Picture 3">
    <p:spTree>
      <p:nvGrpSpPr>
        <p:cNvPr id="1" name="Shape 89"/>
        <p:cNvGrpSpPr/>
        <p:nvPr/>
      </p:nvGrpSpPr>
      <p:grpSpPr>
        <a:xfrm>
          <a:off x="0" y="0"/>
          <a:ext cx="0" cy="0"/>
          <a:chOff x="0" y="0"/>
          <a:chExt cx="0" cy="0"/>
        </a:xfrm>
      </p:grpSpPr>
      <p:sp>
        <p:nvSpPr>
          <p:cNvPr id="90" name="Google Shape;90;p29"/>
          <p:cNvSpPr txBox="1">
            <a:spLocks noGrp="1"/>
          </p:cNvSpPr>
          <p:nvPr>
            <p:ph type="title"/>
          </p:nvPr>
        </p:nvSpPr>
        <p:spPr>
          <a:xfrm>
            <a:off x="5909930" y="640097"/>
            <a:ext cx="4362148" cy="347472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29"/>
          <p:cNvSpPr txBox="1">
            <a:spLocks noGrp="1"/>
          </p:cNvSpPr>
          <p:nvPr>
            <p:ph type="body" idx="1"/>
          </p:nvPr>
        </p:nvSpPr>
        <p:spPr>
          <a:xfrm>
            <a:off x="5909929" y="4818889"/>
            <a:ext cx="4206701" cy="1188720"/>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600"/>
              <a:buNone/>
              <a:defRPr sz="2000"/>
            </a:lvl1pPr>
            <a:lvl2pPr marL="914400" lvl="1" indent="-320040" algn="l">
              <a:lnSpc>
                <a:spcPct val="110000"/>
              </a:lnSpc>
              <a:spcBef>
                <a:spcPts val="500"/>
              </a:spcBef>
              <a:spcAft>
                <a:spcPts val="0"/>
              </a:spcAft>
              <a:buClr>
                <a:schemeClr val="dk1"/>
              </a:buClr>
              <a:buSzPts val="1440"/>
              <a:buChar char="–"/>
              <a:defRPr/>
            </a:lvl2pPr>
            <a:lvl3pPr marL="1371600" lvl="2" indent="-320039" algn="l">
              <a:lnSpc>
                <a:spcPct val="110000"/>
              </a:lnSpc>
              <a:spcBef>
                <a:spcPts val="500"/>
              </a:spcBef>
              <a:spcAft>
                <a:spcPts val="0"/>
              </a:spcAft>
              <a:buClr>
                <a:schemeClr val="dk1"/>
              </a:buClr>
              <a:buSzPts val="1440"/>
              <a:buChar char="•"/>
              <a:defRPr/>
            </a:lvl3pPr>
            <a:lvl4pPr marL="1828800" lvl="3" indent="-320039" algn="l">
              <a:lnSpc>
                <a:spcPct val="110000"/>
              </a:lnSpc>
              <a:spcBef>
                <a:spcPts val="500"/>
              </a:spcBef>
              <a:spcAft>
                <a:spcPts val="0"/>
              </a:spcAft>
              <a:buClr>
                <a:schemeClr val="dk1"/>
              </a:buClr>
              <a:buSzPts val="1440"/>
              <a:buChar char="–"/>
              <a:defRPr/>
            </a:lvl4pPr>
            <a:lvl5pPr marL="2286000" lvl="4" indent="-320039" algn="l">
              <a:lnSpc>
                <a:spcPct val="110000"/>
              </a:lnSpc>
              <a:spcBef>
                <a:spcPts val="500"/>
              </a:spcBef>
              <a:spcAft>
                <a:spcPts val="0"/>
              </a:spcAft>
              <a:buClr>
                <a:schemeClr val="dk1"/>
              </a:buClr>
              <a:buSzPts val="144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92" name="Google Shape;92;p29"/>
          <p:cNvPicPr preferRelativeResize="0">
            <a:picLocks noGrp="1"/>
          </p:cNvPicPr>
          <p:nvPr>
            <p:ph type="pic" idx="2"/>
          </p:nvPr>
        </p:nvPicPr>
        <p:blipFill/>
        <p:spPr>
          <a:xfrm>
            <a:off x="0" y="0"/>
            <a:ext cx="5060950" cy="6858000"/>
          </a:xfrm>
          <a:prstGeom prst="rect">
            <a:avLst/>
          </a:prstGeom>
          <a:blipFill rotWithShape="1">
            <a:blip r:embed="rId2">
              <a:alphaModFix amt="70000"/>
            </a:blip>
            <a:stretch>
              <a:fillRect/>
            </a:stretch>
          </a:blipFill>
          <a:ln>
            <a:noFill/>
          </a:ln>
        </p:spPr>
      </p:pic>
      <p:cxnSp>
        <p:nvCxnSpPr>
          <p:cNvPr id="93" name="Google Shape;93;p29"/>
          <p:cNvCxnSpPr/>
          <p:nvPr/>
        </p:nvCxnSpPr>
        <p:spPr>
          <a:xfrm>
            <a:off x="5060487" y="0"/>
            <a:ext cx="0" cy="6858000"/>
          </a:xfrm>
          <a:prstGeom prst="straightConnector1">
            <a:avLst/>
          </a:prstGeom>
          <a:noFill/>
          <a:ln w="9525" cap="flat" cmpd="sng">
            <a:solidFill>
              <a:schemeClr val="dk1"/>
            </a:solidFill>
            <a:prstDash val="solid"/>
            <a:miter lim="800000"/>
            <a:headEnd type="none" w="sm" len="sm"/>
            <a:tailEnd type="none" w="sm" len="sm"/>
          </a:ln>
        </p:spPr>
      </p:cxnSp>
      <p:sp>
        <p:nvSpPr>
          <p:cNvPr id="94" name="Google Shape;94;p29"/>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9"/>
          <p:cNvSpPr txBox="1">
            <a:spLocks noGrp="1"/>
          </p:cNvSpPr>
          <p:nvPr>
            <p:ph type="ftr" idx="11"/>
          </p:nvPr>
        </p:nvSpPr>
        <p:spPr>
          <a:xfrm rot="-5400000" flipH="1">
            <a:off x="10292565"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29"/>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with Picture 4">
  <p:cSld name="Title with Picture 4">
    <p:spTree>
      <p:nvGrpSpPr>
        <p:cNvPr id="1" name="Shape 97"/>
        <p:cNvGrpSpPr/>
        <p:nvPr/>
      </p:nvGrpSpPr>
      <p:grpSpPr>
        <a:xfrm>
          <a:off x="0" y="0"/>
          <a:ext cx="0" cy="0"/>
          <a:chOff x="0" y="0"/>
          <a:chExt cx="0" cy="0"/>
        </a:xfrm>
      </p:grpSpPr>
      <p:sp>
        <p:nvSpPr>
          <p:cNvPr id="98" name="Google Shape;98;p30"/>
          <p:cNvSpPr txBox="1">
            <a:spLocks noGrp="1"/>
          </p:cNvSpPr>
          <p:nvPr>
            <p:ph type="title"/>
          </p:nvPr>
        </p:nvSpPr>
        <p:spPr>
          <a:xfrm>
            <a:off x="838200" y="873764"/>
            <a:ext cx="4654296" cy="37398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9" name="Google Shape;99;p30"/>
          <p:cNvSpPr txBox="1">
            <a:spLocks noGrp="1"/>
          </p:cNvSpPr>
          <p:nvPr>
            <p:ph type="body" idx="1"/>
          </p:nvPr>
        </p:nvSpPr>
        <p:spPr>
          <a:xfrm>
            <a:off x="838201" y="4732531"/>
            <a:ext cx="4206240" cy="1380743"/>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600"/>
              <a:buNone/>
              <a:defRPr sz="2000"/>
            </a:lvl1pPr>
            <a:lvl2pPr marL="914400" lvl="1" indent="-320040" algn="l">
              <a:lnSpc>
                <a:spcPct val="110000"/>
              </a:lnSpc>
              <a:spcBef>
                <a:spcPts val="500"/>
              </a:spcBef>
              <a:spcAft>
                <a:spcPts val="0"/>
              </a:spcAft>
              <a:buClr>
                <a:schemeClr val="dk1"/>
              </a:buClr>
              <a:buSzPts val="1440"/>
              <a:buChar char="–"/>
              <a:defRPr/>
            </a:lvl2pPr>
            <a:lvl3pPr marL="1371600" lvl="2" indent="-320039" algn="l">
              <a:lnSpc>
                <a:spcPct val="110000"/>
              </a:lnSpc>
              <a:spcBef>
                <a:spcPts val="500"/>
              </a:spcBef>
              <a:spcAft>
                <a:spcPts val="0"/>
              </a:spcAft>
              <a:buClr>
                <a:schemeClr val="dk1"/>
              </a:buClr>
              <a:buSzPts val="1440"/>
              <a:buChar char="•"/>
              <a:defRPr/>
            </a:lvl3pPr>
            <a:lvl4pPr marL="1828800" lvl="3" indent="-320039" algn="l">
              <a:lnSpc>
                <a:spcPct val="110000"/>
              </a:lnSpc>
              <a:spcBef>
                <a:spcPts val="500"/>
              </a:spcBef>
              <a:spcAft>
                <a:spcPts val="0"/>
              </a:spcAft>
              <a:buClr>
                <a:schemeClr val="dk1"/>
              </a:buClr>
              <a:buSzPts val="1440"/>
              <a:buChar char="–"/>
              <a:defRPr/>
            </a:lvl4pPr>
            <a:lvl5pPr marL="2286000" lvl="4" indent="-320039" algn="l">
              <a:lnSpc>
                <a:spcPct val="110000"/>
              </a:lnSpc>
              <a:spcBef>
                <a:spcPts val="500"/>
              </a:spcBef>
              <a:spcAft>
                <a:spcPts val="0"/>
              </a:spcAft>
              <a:buClr>
                <a:schemeClr val="dk1"/>
              </a:buClr>
              <a:buSzPts val="144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0" name="Google Shape;100;p30"/>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101" name="Google Shape;101;p30"/>
          <p:cNvPicPr preferRelativeResize="0">
            <a:picLocks noGrp="1"/>
          </p:cNvPicPr>
          <p:nvPr>
            <p:ph type="pic" idx="2"/>
          </p:nvPr>
        </p:nvPicPr>
        <p:blipFill/>
        <p:spPr>
          <a:xfrm>
            <a:off x="5947472" y="854346"/>
            <a:ext cx="5403280" cy="5258929"/>
          </a:xfrm>
          <a:prstGeom prst="rect">
            <a:avLst/>
          </a:prstGeom>
          <a:blipFill rotWithShape="1">
            <a:blip r:embed="rId2">
              <a:alphaModFix amt="70000"/>
            </a:blip>
            <a:stretch>
              <a:fillRect/>
            </a:stretch>
          </a:blipFill>
          <a:ln w="9525" cap="flat" cmpd="sng">
            <a:solidFill>
              <a:schemeClr val="dk1"/>
            </a:solidFill>
            <a:prstDash val="solid"/>
            <a:round/>
            <a:headEnd type="none" w="sm" len="sm"/>
            <a:tailEnd type="none" w="sm" len="sm"/>
          </a:ln>
        </p:spPr>
      </p:pic>
      <p:sp>
        <p:nvSpPr>
          <p:cNvPr id="102" name="Google Shape;102;p30"/>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30"/>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Title">
  <p:cSld name="Title">
    <p:spTree>
      <p:nvGrpSpPr>
        <p:cNvPr id="1" name="Shape 104"/>
        <p:cNvGrpSpPr/>
        <p:nvPr/>
      </p:nvGrpSpPr>
      <p:grpSpPr>
        <a:xfrm>
          <a:off x="0" y="0"/>
          <a:ext cx="0" cy="0"/>
          <a:chOff x="0" y="0"/>
          <a:chExt cx="0" cy="0"/>
        </a:xfrm>
      </p:grpSpPr>
      <p:sp>
        <p:nvSpPr>
          <p:cNvPr id="105" name="Google Shape;105;p31"/>
          <p:cNvSpPr txBox="1">
            <a:spLocks noGrp="1"/>
          </p:cNvSpPr>
          <p:nvPr>
            <p:ph type="title"/>
          </p:nvPr>
        </p:nvSpPr>
        <p:spPr>
          <a:xfrm>
            <a:off x="838200" y="859536"/>
            <a:ext cx="7478991" cy="3635797"/>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06" name="Google Shape;106;p31"/>
          <p:cNvCxnSpPr/>
          <p:nvPr/>
        </p:nvCxnSpPr>
        <p:spPr>
          <a:xfrm rot="10800000">
            <a:off x="4" y="5143500"/>
            <a:ext cx="12191996" cy="0"/>
          </a:xfrm>
          <a:prstGeom prst="straightConnector1">
            <a:avLst/>
          </a:prstGeom>
          <a:noFill/>
          <a:ln w="9525" cap="flat" cmpd="sng">
            <a:solidFill>
              <a:schemeClr val="dk1"/>
            </a:solidFill>
            <a:prstDash val="solid"/>
            <a:miter lim="800000"/>
            <a:headEnd type="none" w="sm" len="sm"/>
            <a:tailEnd type="none" w="sm" len="sm"/>
          </a:ln>
        </p:spPr>
      </p:cxnSp>
      <p:sp>
        <p:nvSpPr>
          <p:cNvPr id="107" name="Google Shape;107;p31"/>
          <p:cNvSpPr txBox="1">
            <a:spLocks noGrp="1"/>
          </p:cNvSpPr>
          <p:nvPr>
            <p:ph type="body" idx="1"/>
          </p:nvPr>
        </p:nvSpPr>
        <p:spPr>
          <a:xfrm>
            <a:off x="4693339" y="5225354"/>
            <a:ext cx="6669986" cy="1545336"/>
          </a:xfrm>
          <a:prstGeom prst="rect">
            <a:avLst/>
          </a:prstGeom>
          <a:noFill/>
          <a:ln>
            <a:noFill/>
          </a:ln>
        </p:spPr>
        <p:txBody>
          <a:bodyPr spcFirstLastPara="1" wrap="square" lIns="91425" tIns="45700" rIns="91425" bIns="45700" anchor="ctr" anchorCtr="0">
            <a:normAutofit/>
          </a:bodyPr>
          <a:lstStyle>
            <a:lvl1pPr marL="457200" lvl="0" indent="-228600" algn="r">
              <a:lnSpc>
                <a:spcPct val="110000"/>
              </a:lnSpc>
              <a:spcBef>
                <a:spcPts val="1000"/>
              </a:spcBef>
              <a:spcAft>
                <a:spcPts val="0"/>
              </a:spcAft>
              <a:buClr>
                <a:schemeClr val="dk1"/>
              </a:buClr>
              <a:buSzPts val="1600"/>
              <a:buNone/>
              <a:defRPr sz="2000"/>
            </a:lvl1pPr>
            <a:lvl2pPr marL="914400" lvl="1" indent="-320040" algn="l">
              <a:lnSpc>
                <a:spcPct val="110000"/>
              </a:lnSpc>
              <a:spcBef>
                <a:spcPts val="500"/>
              </a:spcBef>
              <a:spcAft>
                <a:spcPts val="0"/>
              </a:spcAft>
              <a:buClr>
                <a:schemeClr val="dk1"/>
              </a:buClr>
              <a:buSzPts val="1440"/>
              <a:buChar char="–"/>
              <a:defRPr/>
            </a:lvl2pPr>
            <a:lvl3pPr marL="1371600" lvl="2" indent="-320039" algn="l">
              <a:lnSpc>
                <a:spcPct val="110000"/>
              </a:lnSpc>
              <a:spcBef>
                <a:spcPts val="500"/>
              </a:spcBef>
              <a:spcAft>
                <a:spcPts val="0"/>
              </a:spcAft>
              <a:buClr>
                <a:schemeClr val="dk1"/>
              </a:buClr>
              <a:buSzPts val="1440"/>
              <a:buChar char="•"/>
              <a:defRPr/>
            </a:lvl3pPr>
            <a:lvl4pPr marL="1828800" lvl="3" indent="-320039" algn="l">
              <a:lnSpc>
                <a:spcPct val="110000"/>
              </a:lnSpc>
              <a:spcBef>
                <a:spcPts val="500"/>
              </a:spcBef>
              <a:spcAft>
                <a:spcPts val="0"/>
              </a:spcAft>
              <a:buClr>
                <a:schemeClr val="dk1"/>
              </a:buClr>
              <a:buSzPts val="1440"/>
              <a:buChar char="–"/>
              <a:defRPr/>
            </a:lvl4pPr>
            <a:lvl5pPr marL="2286000" lvl="4" indent="-320039" algn="l">
              <a:lnSpc>
                <a:spcPct val="110000"/>
              </a:lnSpc>
              <a:spcBef>
                <a:spcPts val="500"/>
              </a:spcBef>
              <a:spcAft>
                <a:spcPts val="0"/>
              </a:spcAft>
              <a:buClr>
                <a:schemeClr val="dk1"/>
              </a:buClr>
              <a:buSzPts val="144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8" name="Google Shape;108;p31"/>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31"/>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31"/>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Title 2">
  <p:cSld name="Title 2">
    <p:spTree>
      <p:nvGrpSpPr>
        <p:cNvPr id="1" name="Shape 111"/>
        <p:cNvGrpSpPr/>
        <p:nvPr/>
      </p:nvGrpSpPr>
      <p:grpSpPr>
        <a:xfrm>
          <a:off x="0" y="0"/>
          <a:ext cx="0" cy="0"/>
          <a:chOff x="0" y="0"/>
          <a:chExt cx="0" cy="0"/>
        </a:xfrm>
      </p:grpSpPr>
      <p:sp>
        <p:nvSpPr>
          <p:cNvPr id="112" name="Google Shape;112;p32"/>
          <p:cNvSpPr txBox="1">
            <a:spLocks noGrp="1"/>
          </p:cNvSpPr>
          <p:nvPr>
            <p:ph type="title"/>
          </p:nvPr>
        </p:nvSpPr>
        <p:spPr>
          <a:xfrm>
            <a:off x="838200" y="2578608"/>
            <a:ext cx="7879335" cy="359262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13" name="Google Shape;113;p32"/>
          <p:cNvCxnSpPr/>
          <p:nvPr/>
        </p:nvCxnSpPr>
        <p:spPr>
          <a:xfrm rot="10800000">
            <a:off x="4" y="1714500"/>
            <a:ext cx="12191996" cy="0"/>
          </a:xfrm>
          <a:prstGeom prst="straightConnector1">
            <a:avLst/>
          </a:prstGeom>
          <a:noFill/>
          <a:ln w="9525" cap="flat" cmpd="sng">
            <a:solidFill>
              <a:schemeClr val="dk1"/>
            </a:solidFill>
            <a:prstDash val="solid"/>
            <a:miter lim="800000"/>
            <a:headEnd type="none" w="sm" len="sm"/>
            <a:tailEnd type="none" w="sm" len="sm"/>
          </a:ln>
        </p:spPr>
      </p:cxnSp>
      <p:sp>
        <p:nvSpPr>
          <p:cNvPr id="114" name="Google Shape;114;p32"/>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5" name="Google Shape;115;p32"/>
          <p:cNvSpPr txBox="1">
            <a:spLocks noGrp="1"/>
          </p:cNvSpPr>
          <p:nvPr>
            <p:ph type="body" idx="1"/>
          </p:nvPr>
        </p:nvSpPr>
        <p:spPr>
          <a:xfrm>
            <a:off x="3987800" y="368300"/>
            <a:ext cx="7375525" cy="1014413"/>
          </a:xfrm>
          <a:prstGeom prst="rect">
            <a:avLst/>
          </a:prstGeom>
          <a:noFill/>
          <a:ln>
            <a:noFill/>
          </a:ln>
        </p:spPr>
        <p:txBody>
          <a:bodyPr spcFirstLastPara="1" wrap="square" lIns="91425" tIns="45700" rIns="91425" bIns="45700" anchor="ctr" anchorCtr="0">
            <a:normAutofit/>
          </a:bodyPr>
          <a:lstStyle>
            <a:lvl1pPr marL="457200" lvl="0" indent="-228600" algn="r">
              <a:lnSpc>
                <a:spcPct val="110000"/>
              </a:lnSpc>
              <a:spcBef>
                <a:spcPts val="1000"/>
              </a:spcBef>
              <a:spcAft>
                <a:spcPts val="0"/>
              </a:spcAft>
              <a:buClr>
                <a:schemeClr val="dk1"/>
              </a:buClr>
              <a:buSzPts val="1600"/>
              <a:buNone/>
              <a:defRPr sz="2000"/>
            </a:lvl1pPr>
            <a:lvl2pPr marL="914400" lvl="1" indent="-320040" algn="l">
              <a:lnSpc>
                <a:spcPct val="110000"/>
              </a:lnSpc>
              <a:spcBef>
                <a:spcPts val="500"/>
              </a:spcBef>
              <a:spcAft>
                <a:spcPts val="0"/>
              </a:spcAft>
              <a:buClr>
                <a:schemeClr val="dk1"/>
              </a:buClr>
              <a:buSzPts val="1440"/>
              <a:buChar char="–"/>
              <a:defRPr/>
            </a:lvl2pPr>
            <a:lvl3pPr marL="1371600" lvl="2" indent="-320039" algn="l">
              <a:lnSpc>
                <a:spcPct val="110000"/>
              </a:lnSpc>
              <a:spcBef>
                <a:spcPts val="500"/>
              </a:spcBef>
              <a:spcAft>
                <a:spcPts val="0"/>
              </a:spcAft>
              <a:buClr>
                <a:schemeClr val="dk1"/>
              </a:buClr>
              <a:buSzPts val="1440"/>
              <a:buChar char="•"/>
              <a:defRPr/>
            </a:lvl3pPr>
            <a:lvl4pPr marL="1828800" lvl="3" indent="-320039" algn="l">
              <a:lnSpc>
                <a:spcPct val="110000"/>
              </a:lnSpc>
              <a:spcBef>
                <a:spcPts val="500"/>
              </a:spcBef>
              <a:spcAft>
                <a:spcPts val="0"/>
              </a:spcAft>
              <a:buClr>
                <a:schemeClr val="dk1"/>
              </a:buClr>
              <a:buSzPts val="1440"/>
              <a:buChar char="–"/>
              <a:defRPr/>
            </a:lvl4pPr>
            <a:lvl5pPr marL="2286000" lvl="4" indent="-320039" algn="l">
              <a:lnSpc>
                <a:spcPct val="110000"/>
              </a:lnSpc>
              <a:spcBef>
                <a:spcPts val="500"/>
              </a:spcBef>
              <a:spcAft>
                <a:spcPts val="0"/>
              </a:spcAft>
              <a:buClr>
                <a:schemeClr val="dk1"/>
              </a:buClr>
              <a:buSzPts val="144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32"/>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32"/>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Title 3" type="title">
  <p:cSld name="TITLE">
    <p:spTree>
      <p:nvGrpSpPr>
        <p:cNvPr id="1" name="Shape 118"/>
        <p:cNvGrpSpPr/>
        <p:nvPr/>
      </p:nvGrpSpPr>
      <p:grpSpPr>
        <a:xfrm>
          <a:off x="0" y="0"/>
          <a:ext cx="0" cy="0"/>
          <a:chOff x="0" y="0"/>
          <a:chExt cx="0" cy="0"/>
        </a:xfrm>
      </p:grpSpPr>
      <p:sp>
        <p:nvSpPr>
          <p:cNvPr id="119" name="Google Shape;119;p33"/>
          <p:cNvSpPr/>
          <p:nvPr/>
        </p:nvSpPr>
        <p:spPr>
          <a:xfrm rot="-5400000">
            <a:off x="3057205" y="-1430380"/>
            <a:ext cx="6077590" cy="10510705"/>
          </a:xfrm>
          <a:custGeom>
            <a:avLst/>
            <a:gdLst/>
            <a:ahLst/>
            <a:cxnLst/>
            <a:rect l="l" t="t" r="r" b="b"/>
            <a:pathLst>
              <a:path w="3139529" h="5429563" extrusionOk="0">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Sorts Mill Goudy"/>
              <a:ea typeface="Sorts Mill Goudy"/>
              <a:cs typeface="Sorts Mill Goudy"/>
              <a:sym typeface="Sorts Mill Goudy"/>
            </a:endParaRPr>
          </a:p>
        </p:txBody>
      </p:sp>
      <p:sp>
        <p:nvSpPr>
          <p:cNvPr id="120" name="Google Shape;120;p33"/>
          <p:cNvSpPr txBox="1">
            <a:spLocks noGrp="1"/>
          </p:cNvSpPr>
          <p:nvPr>
            <p:ph type="ctrTitle"/>
          </p:nvPr>
        </p:nvSpPr>
        <p:spPr>
          <a:xfrm>
            <a:off x="1981200" y="2787213"/>
            <a:ext cx="8229600" cy="2621154"/>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1" name="Google Shape;121;p33"/>
          <p:cNvSpPr txBox="1">
            <a:spLocks noGrp="1"/>
          </p:cNvSpPr>
          <p:nvPr>
            <p:ph type="subTitle" idx="1"/>
          </p:nvPr>
        </p:nvSpPr>
        <p:spPr>
          <a:xfrm>
            <a:off x="2301923" y="5443909"/>
            <a:ext cx="7588155" cy="1414091"/>
          </a:xfrm>
          <a:prstGeom prst="rect">
            <a:avLst/>
          </a:prstGeom>
          <a:noFill/>
          <a:ln>
            <a:noFill/>
          </a:ln>
        </p:spPr>
        <p:txBody>
          <a:bodyPr spcFirstLastPara="1" wrap="square" lIns="91425" tIns="45700" rIns="91425" bIns="45700" anchor="t" anchorCtr="0">
            <a:normAutofit/>
          </a:bodyPr>
          <a:lstStyle>
            <a:lvl1pPr lvl="0" algn="ctr">
              <a:lnSpc>
                <a:spcPct val="110000"/>
              </a:lnSpc>
              <a:spcBef>
                <a:spcPts val="1000"/>
              </a:spcBef>
              <a:spcAft>
                <a:spcPts val="0"/>
              </a:spcAft>
              <a:buClr>
                <a:schemeClr val="dk1"/>
              </a:buClr>
              <a:buSzPts val="1600"/>
              <a:buNone/>
              <a:defRPr sz="2000">
                <a:solidFill>
                  <a:schemeClr val="dk1"/>
                </a:solidFill>
              </a:defRPr>
            </a:lvl1pPr>
            <a:lvl2pPr lvl="1" algn="ctr">
              <a:lnSpc>
                <a:spcPct val="110000"/>
              </a:lnSpc>
              <a:spcBef>
                <a:spcPts val="500"/>
              </a:spcBef>
              <a:spcAft>
                <a:spcPts val="0"/>
              </a:spcAft>
              <a:buClr>
                <a:schemeClr val="dk1"/>
              </a:buClr>
              <a:buSzPts val="1600"/>
              <a:buNone/>
              <a:defRPr sz="2000"/>
            </a:lvl2pPr>
            <a:lvl3pPr lvl="2" algn="ctr">
              <a:lnSpc>
                <a:spcPct val="110000"/>
              </a:lnSpc>
              <a:spcBef>
                <a:spcPts val="500"/>
              </a:spcBef>
              <a:spcAft>
                <a:spcPts val="0"/>
              </a:spcAft>
              <a:buClr>
                <a:schemeClr val="dk1"/>
              </a:buClr>
              <a:buSzPts val="1440"/>
              <a:buNone/>
              <a:defRPr sz="1800"/>
            </a:lvl3pPr>
            <a:lvl4pPr lvl="3" algn="ctr">
              <a:lnSpc>
                <a:spcPct val="110000"/>
              </a:lnSpc>
              <a:spcBef>
                <a:spcPts val="500"/>
              </a:spcBef>
              <a:spcAft>
                <a:spcPts val="0"/>
              </a:spcAft>
              <a:buClr>
                <a:schemeClr val="dk1"/>
              </a:buClr>
              <a:buSzPts val="1280"/>
              <a:buNone/>
              <a:defRPr sz="1600"/>
            </a:lvl4pPr>
            <a:lvl5pPr lvl="4" algn="ctr">
              <a:lnSpc>
                <a:spcPct val="110000"/>
              </a:lnSpc>
              <a:spcBef>
                <a:spcPts val="500"/>
              </a:spcBef>
              <a:spcAft>
                <a:spcPts val="0"/>
              </a:spcAft>
              <a:buClr>
                <a:schemeClr val="dk1"/>
              </a:buClr>
              <a:buSzPts val="128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22" name="Google Shape;122;p33"/>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33"/>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33"/>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Agenda">
  <p:cSld name="Agenda">
    <p:spTree>
      <p:nvGrpSpPr>
        <p:cNvPr id="1" name="Shape 125"/>
        <p:cNvGrpSpPr/>
        <p:nvPr/>
      </p:nvGrpSpPr>
      <p:grpSpPr>
        <a:xfrm>
          <a:off x="0" y="0"/>
          <a:ext cx="0" cy="0"/>
          <a:chOff x="0" y="0"/>
          <a:chExt cx="0" cy="0"/>
        </a:xfrm>
      </p:grpSpPr>
      <p:sp>
        <p:nvSpPr>
          <p:cNvPr id="126" name="Google Shape;126;p34"/>
          <p:cNvSpPr txBox="1">
            <a:spLocks noGrp="1"/>
          </p:cNvSpPr>
          <p:nvPr>
            <p:ph type="title"/>
          </p:nvPr>
        </p:nvSpPr>
        <p:spPr>
          <a:xfrm>
            <a:off x="1285947" y="1296083"/>
            <a:ext cx="4353325" cy="4265835"/>
          </a:xfrm>
          <a:prstGeom prst="rect">
            <a:avLst/>
          </a:prstGeom>
          <a:noFill/>
          <a:ln w="9525" cap="flat" cmpd="sng">
            <a:solidFill>
              <a:schemeClr val="dk1"/>
            </a:solidFill>
            <a:prstDash val="solid"/>
            <a:round/>
            <a:headEnd type="none" w="sm" len="sm"/>
            <a:tailEnd type="none" w="sm" len="sm"/>
          </a:ln>
        </p:spPr>
        <p:txBody>
          <a:bodyPr spcFirstLastPara="1" wrap="square" lIns="182875" tIns="914400" rIns="182875" bIns="45700" anchor="ctr" anchorCtr="0">
            <a:noAutofit/>
          </a:bodyPr>
          <a:lstStyle>
            <a:lvl1pPr lvl="0" algn="ctr">
              <a:lnSpc>
                <a:spcPct val="90000"/>
              </a:lnSpc>
              <a:spcBef>
                <a:spcPts val="0"/>
              </a:spcBef>
              <a:spcAft>
                <a:spcPts val="0"/>
              </a:spcAft>
              <a:buClr>
                <a:schemeClr val="dk1"/>
              </a:buClr>
              <a:buSzPts val="3200"/>
              <a:buFont typeface="Arial"/>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7" name="Google Shape;127;p34"/>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34"/>
          <p:cNvSpPr txBox="1">
            <a:spLocks noGrp="1"/>
          </p:cNvSpPr>
          <p:nvPr>
            <p:ph type="body" idx="1"/>
          </p:nvPr>
        </p:nvSpPr>
        <p:spPr>
          <a:xfrm>
            <a:off x="6535056" y="1296083"/>
            <a:ext cx="4325112" cy="4265835"/>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Clr>
                <a:schemeClr val="dk1"/>
              </a:buClr>
              <a:buSzPts val="1440"/>
              <a:buNone/>
              <a:defRPr>
                <a:solidFill>
                  <a:schemeClr val="dk1"/>
                </a:solidFill>
              </a:defRPr>
            </a:lvl1pPr>
            <a:lvl2pPr marL="914400" lvl="1" indent="-228600" algn="l">
              <a:lnSpc>
                <a:spcPct val="110000"/>
              </a:lnSpc>
              <a:spcBef>
                <a:spcPts val="500"/>
              </a:spcBef>
              <a:spcAft>
                <a:spcPts val="0"/>
              </a:spcAft>
              <a:buClr>
                <a:schemeClr val="dk1"/>
              </a:buClr>
              <a:buSzPts val="1280"/>
              <a:buNone/>
              <a:defRPr>
                <a:solidFill>
                  <a:schemeClr val="dk1"/>
                </a:solidFill>
              </a:defRPr>
            </a:lvl2pPr>
            <a:lvl3pPr marL="1371600" lvl="2" indent="-228600" algn="l">
              <a:lnSpc>
                <a:spcPct val="110000"/>
              </a:lnSpc>
              <a:spcBef>
                <a:spcPts val="500"/>
              </a:spcBef>
              <a:spcAft>
                <a:spcPts val="0"/>
              </a:spcAft>
              <a:buClr>
                <a:schemeClr val="dk1"/>
              </a:buClr>
              <a:buSzPts val="1120"/>
              <a:buNone/>
              <a:defRPr>
                <a:solidFill>
                  <a:schemeClr val="dk1"/>
                </a:solidFill>
              </a:defRPr>
            </a:lvl3pPr>
            <a:lvl4pPr marL="1828800" lvl="3" indent="-228600" algn="l">
              <a:lnSpc>
                <a:spcPct val="110000"/>
              </a:lnSpc>
              <a:spcBef>
                <a:spcPts val="500"/>
              </a:spcBef>
              <a:spcAft>
                <a:spcPts val="0"/>
              </a:spcAft>
              <a:buClr>
                <a:schemeClr val="dk1"/>
              </a:buClr>
              <a:buSzPts val="1120"/>
              <a:buNone/>
              <a:defRPr>
                <a:solidFill>
                  <a:schemeClr val="dk1"/>
                </a:solidFill>
              </a:defRPr>
            </a:lvl4pPr>
            <a:lvl5pPr marL="2286000" lvl="4" indent="-228600" algn="l">
              <a:lnSpc>
                <a:spcPct val="110000"/>
              </a:lnSpc>
              <a:spcBef>
                <a:spcPts val="500"/>
              </a:spcBef>
              <a:spcAft>
                <a:spcPts val="0"/>
              </a:spcAft>
              <a:buClr>
                <a:schemeClr val="dk1"/>
              </a:buClr>
              <a:buSzPts val="1120"/>
              <a:buNone/>
              <a:defRPr>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9" name="Google Shape;129;p34"/>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34"/>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Agenda 3">
  <p:cSld name="Agenda 3">
    <p:spTree>
      <p:nvGrpSpPr>
        <p:cNvPr id="1" name="Shape 131"/>
        <p:cNvGrpSpPr/>
        <p:nvPr/>
      </p:nvGrpSpPr>
      <p:grpSpPr>
        <a:xfrm>
          <a:off x="0" y="0"/>
          <a:ext cx="0" cy="0"/>
          <a:chOff x="0" y="0"/>
          <a:chExt cx="0" cy="0"/>
        </a:xfrm>
      </p:grpSpPr>
      <p:sp>
        <p:nvSpPr>
          <p:cNvPr id="132" name="Google Shape;132;p35"/>
          <p:cNvSpPr txBox="1">
            <a:spLocks noGrp="1"/>
          </p:cNvSpPr>
          <p:nvPr>
            <p:ph type="title"/>
          </p:nvPr>
        </p:nvSpPr>
        <p:spPr>
          <a:xfrm>
            <a:off x="2060880" y="365760"/>
            <a:ext cx="9292920" cy="111681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00"/>
              <a:buFont typeface="Arial"/>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3" name="Google Shape;133;p35"/>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p35"/>
          <p:cNvSpPr txBox="1">
            <a:spLocks noGrp="1"/>
          </p:cNvSpPr>
          <p:nvPr>
            <p:ph type="body" idx="1"/>
          </p:nvPr>
        </p:nvSpPr>
        <p:spPr>
          <a:xfrm>
            <a:off x="2066409" y="1986161"/>
            <a:ext cx="9284368" cy="4236841"/>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440"/>
              <a:buNone/>
              <a:defRPr/>
            </a:lvl1pPr>
            <a:lvl2pPr marL="914400" lvl="1" indent="-299719" algn="l">
              <a:lnSpc>
                <a:spcPct val="110000"/>
              </a:lnSpc>
              <a:spcBef>
                <a:spcPts val="500"/>
              </a:spcBef>
              <a:spcAft>
                <a:spcPts val="0"/>
              </a:spcAft>
              <a:buClr>
                <a:schemeClr val="dk1"/>
              </a:buClr>
              <a:buSzPts val="1120"/>
              <a:buChar char="–"/>
              <a:defRPr sz="1400"/>
            </a:lvl2pPr>
            <a:lvl3pPr marL="1371600" lvl="2" indent="-299719" algn="l">
              <a:lnSpc>
                <a:spcPct val="110000"/>
              </a:lnSpc>
              <a:spcBef>
                <a:spcPts val="500"/>
              </a:spcBef>
              <a:spcAft>
                <a:spcPts val="0"/>
              </a:spcAft>
              <a:buClr>
                <a:schemeClr val="dk1"/>
              </a:buClr>
              <a:buSzPts val="1120"/>
              <a:buChar char="•"/>
              <a:defRPr sz="1400"/>
            </a:lvl3pPr>
            <a:lvl4pPr marL="1828800" lvl="3" indent="-299719" algn="l">
              <a:lnSpc>
                <a:spcPct val="110000"/>
              </a:lnSpc>
              <a:spcBef>
                <a:spcPts val="500"/>
              </a:spcBef>
              <a:spcAft>
                <a:spcPts val="0"/>
              </a:spcAft>
              <a:buClr>
                <a:schemeClr val="dk1"/>
              </a:buClr>
              <a:buSzPts val="1120"/>
              <a:buChar char="–"/>
              <a:defRPr sz="1400"/>
            </a:lvl4pPr>
            <a:lvl5pPr marL="2286000" lvl="4" indent="-299720" algn="l">
              <a:lnSpc>
                <a:spcPct val="110000"/>
              </a:lnSpc>
              <a:spcBef>
                <a:spcPts val="500"/>
              </a:spcBef>
              <a:spcAft>
                <a:spcPts val="0"/>
              </a:spcAft>
              <a:buClr>
                <a:schemeClr val="dk1"/>
              </a:buClr>
              <a:buSzPts val="112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5" name="Google Shape;135;p35"/>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35"/>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cxnSp>
        <p:nvCxnSpPr>
          <p:cNvPr id="137" name="Google Shape;137;p35"/>
          <p:cNvCxnSpPr/>
          <p:nvPr/>
        </p:nvCxnSpPr>
        <p:spPr>
          <a:xfrm rot="10800000">
            <a:off x="1371600" y="0"/>
            <a:ext cx="0" cy="6858000"/>
          </a:xfrm>
          <a:prstGeom prst="straightConnector1">
            <a:avLst/>
          </a:prstGeom>
          <a:noFill/>
          <a:ln w="9525" cap="flat" cmpd="sng">
            <a:solidFill>
              <a:schemeClr val="dk1"/>
            </a:solidFill>
            <a:prstDash val="solid"/>
            <a:miter lim="800000"/>
            <a:headEnd type="none" w="sm" len="sm"/>
            <a:tailEnd type="none" w="sm" len="sm"/>
          </a:ln>
        </p:spPr>
      </p:cxn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Agenda with Picture">
  <p:cSld name="Agenda with Picture">
    <p:spTree>
      <p:nvGrpSpPr>
        <p:cNvPr id="1" name="Shape 138"/>
        <p:cNvGrpSpPr/>
        <p:nvPr/>
      </p:nvGrpSpPr>
      <p:grpSpPr>
        <a:xfrm>
          <a:off x="0" y="0"/>
          <a:ext cx="0" cy="0"/>
          <a:chOff x="0" y="0"/>
          <a:chExt cx="0" cy="0"/>
        </a:xfrm>
      </p:grpSpPr>
      <p:sp>
        <p:nvSpPr>
          <p:cNvPr id="139" name="Google Shape;139;p36"/>
          <p:cNvSpPr txBox="1">
            <a:spLocks noGrp="1"/>
          </p:cNvSpPr>
          <p:nvPr>
            <p:ph type="title"/>
          </p:nvPr>
        </p:nvSpPr>
        <p:spPr>
          <a:xfrm>
            <a:off x="1060704" y="4608576"/>
            <a:ext cx="4169664" cy="1609344"/>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400"/>
              <a:buFont typeface="Arial"/>
              <a:buNone/>
              <a:defRPr sz="44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0" name="Google Shape;140;p36"/>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141" name="Google Shape;141;p36"/>
          <p:cNvPicPr preferRelativeResize="0">
            <a:picLocks noGrp="1"/>
          </p:cNvPicPr>
          <p:nvPr>
            <p:ph type="pic" idx="2"/>
          </p:nvPr>
        </p:nvPicPr>
        <p:blipFill/>
        <p:spPr>
          <a:xfrm>
            <a:off x="1257301" y="1097280"/>
            <a:ext cx="3776470" cy="3168100"/>
          </a:xfrm>
          <a:prstGeom prst="rect">
            <a:avLst/>
          </a:prstGeom>
          <a:blipFill rotWithShape="1">
            <a:blip r:embed="rId2">
              <a:alphaModFix amt="70000"/>
            </a:blip>
            <a:stretch>
              <a:fillRect/>
            </a:stretch>
          </a:blipFill>
          <a:ln w="9525" cap="flat" cmpd="sng">
            <a:solidFill>
              <a:schemeClr val="dk1"/>
            </a:solidFill>
            <a:prstDash val="solid"/>
            <a:round/>
            <a:headEnd type="none" w="sm" len="sm"/>
            <a:tailEnd type="none" w="sm" len="sm"/>
          </a:ln>
        </p:spPr>
      </p:pic>
      <p:sp>
        <p:nvSpPr>
          <p:cNvPr id="142" name="Google Shape;142;p36"/>
          <p:cNvSpPr txBox="1">
            <a:spLocks noGrp="1"/>
          </p:cNvSpPr>
          <p:nvPr>
            <p:ph type="body" idx="1"/>
          </p:nvPr>
        </p:nvSpPr>
        <p:spPr>
          <a:xfrm>
            <a:off x="7141464" y="841248"/>
            <a:ext cx="4215384" cy="5330952"/>
          </a:xfrm>
          <a:prstGeom prst="rect">
            <a:avLst/>
          </a:prstGeom>
          <a:noFill/>
          <a:ln>
            <a:noFill/>
          </a:ln>
        </p:spPr>
        <p:txBody>
          <a:bodyPr spcFirstLastPara="1" wrap="square" lIns="91425" tIns="45700" rIns="91425" bIns="45700" anchor="ctr" anchorCtr="0">
            <a:normAutofit/>
          </a:bodyPr>
          <a:lstStyle>
            <a:lvl1pPr marL="457200" lvl="0" indent="-228600" algn="ctr">
              <a:lnSpc>
                <a:spcPct val="110000"/>
              </a:lnSpc>
              <a:spcBef>
                <a:spcPts val="1000"/>
              </a:spcBef>
              <a:spcAft>
                <a:spcPts val="0"/>
              </a:spcAft>
              <a:buClr>
                <a:schemeClr val="dk1"/>
              </a:buClr>
              <a:buSzPts val="1440"/>
              <a:buNone/>
              <a:defRPr>
                <a:solidFill>
                  <a:schemeClr val="dk1"/>
                </a:solidFill>
              </a:defRPr>
            </a:lvl1pPr>
            <a:lvl2pPr marL="914400" lvl="1" indent="-309880" algn="ctr">
              <a:lnSpc>
                <a:spcPct val="110000"/>
              </a:lnSpc>
              <a:spcBef>
                <a:spcPts val="500"/>
              </a:spcBef>
              <a:spcAft>
                <a:spcPts val="0"/>
              </a:spcAft>
              <a:buClr>
                <a:schemeClr val="dk1"/>
              </a:buClr>
              <a:buSzPts val="1280"/>
              <a:buChar char="–"/>
              <a:defRPr>
                <a:solidFill>
                  <a:schemeClr val="dk1"/>
                </a:solidFill>
              </a:defRPr>
            </a:lvl2pPr>
            <a:lvl3pPr marL="1371600" lvl="2" indent="-299719" algn="ctr">
              <a:lnSpc>
                <a:spcPct val="110000"/>
              </a:lnSpc>
              <a:spcBef>
                <a:spcPts val="500"/>
              </a:spcBef>
              <a:spcAft>
                <a:spcPts val="0"/>
              </a:spcAft>
              <a:buClr>
                <a:schemeClr val="dk1"/>
              </a:buClr>
              <a:buSzPts val="1120"/>
              <a:buChar char="•"/>
              <a:defRPr>
                <a:solidFill>
                  <a:schemeClr val="dk1"/>
                </a:solidFill>
              </a:defRPr>
            </a:lvl3pPr>
            <a:lvl4pPr marL="1828800" lvl="3" indent="-299719" algn="ctr">
              <a:lnSpc>
                <a:spcPct val="110000"/>
              </a:lnSpc>
              <a:spcBef>
                <a:spcPts val="500"/>
              </a:spcBef>
              <a:spcAft>
                <a:spcPts val="0"/>
              </a:spcAft>
              <a:buClr>
                <a:schemeClr val="dk1"/>
              </a:buClr>
              <a:buSzPts val="1120"/>
              <a:buChar char="–"/>
              <a:defRPr>
                <a:solidFill>
                  <a:schemeClr val="dk1"/>
                </a:solidFill>
              </a:defRPr>
            </a:lvl4pPr>
            <a:lvl5pPr marL="2286000" lvl="4" indent="-299720" algn="ctr">
              <a:lnSpc>
                <a:spcPct val="110000"/>
              </a:lnSpc>
              <a:spcBef>
                <a:spcPts val="500"/>
              </a:spcBef>
              <a:spcAft>
                <a:spcPts val="0"/>
              </a:spcAft>
              <a:buClr>
                <a:schemeClr val="dk1"/>
              </a:buClr>
              <a:buSzPts val="1120"/>
              <a:buChar char="•"/>
              <a:defRPr>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3" name="Google Shape;143;p36"/>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4" name="Google Shape;144;p36"/>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cxnSp>
        <p:nvCxnSpPr>
          <p:cNvPr id="145" name="Google Shape;145;p36"/>
          <p:cNvCxnSpPr/>
          <p:nvPr/>
        </p:nvCxnSpPr>
        <p:spPr>
          <a:xfrm>
            <a:off x="6297086" y="0"/>
            <a:ext cx="0" cy="6858000"/>
          </a:xfrm>
          <a:prstGeom prst="straightConnector1">
            <a:avLst/>
          </a:prstGeom>
          <a:noFill/>
          <a:ln w="9525" cap="flat" cmpd="sng">
            <a:solidFill>
              <a:schemeClr val="dk1"/>
            </a:solidFill>
            <a:prstDash val="solid"/>
            <a:miter lim="800000"/>
            <a:headEnd type="none" w="sm" len="sm"/>
            <a:tailEnd type="none" w="sm" len="sm"/>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2">
  <p:cSld name="Content 2">
    <p:spTree>
      <p:nvGrpSpPr>
        <p:cNvPr id="1" name="Shape 146"/>
        <p:cNvGrpSpPr/>
        <p:nvPr/>
      </p:nvGrpSpPr>
      <p:grpSpPr>
        <a:xfrm>
          <a:off x="0" y="0"/>
          <a:ext cx="0" cy="0"/>
          <a:chOff x="0" y="0"/>
          <a:chExt cx="0" cy="0"/>
        </a:xfrm>
      </p:grpSpPr>
      <p:sp>
        <p:nvSpPr>
          <p:cNvPr id="147" name="Google Shape;147;p37"/>
          <p:cNvSpPr txBox="1">
            <a:spLocks noGrp="1"/>
          </p:cNvSpPr>
          <p:nvPr>
            <p:ph type="title"/>
          </p:nvPr>
        </p:nvSpPr>
        <p:spPr>
          <a:xfrm>
            <a:off x="838200" y="365760"/>
            <a:ext cx="10515600" cy="111681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00"/>
              <a:buFont typeface="Arial"/>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8" name="Google Shape;148;p37"/>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9" name="Google Shape;149;p37"/>
          <p:cNvSpPr txBox="1">
            <a:spLocks noGrp="1"/>
          </p:cNvSpPr>
          <p:nvPr>
            <p:ph type="body" idx="1"/>
          </p:nvPr>
        </p:nvSpPr>
        <p:spPr>
          <a:xfrm>
            <a:off x="838200" y="2395538"/>
            <a:ext cx="10515600" cy="4097337"/>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440"/>
              <a:buNone/>
              <a:defRPr/>
            </a:lvl1pPr>
            <a:lvl2pPr marL="914400" lvl="1" indent="-299719" algn="l">
              <a:lnSpc>
                <a:spcPct val="110000"/>
              </a:lnSpc>
              <a:spcBef>
                <a:spcPts val="500"/>
              </a:spcBef>
              <a:spcAft>
                <a:spcPts val="0"/>
              </a:spcAft>
              <a:buClr>
                <a:schemeClr val="dk1"/>
              </a:buClr>
              <a:buSzPts val="1120"/>
              <a:buChar char="–"/>
              <a:defRPr sz="1400"/>
            </a:lvl2pPr>
            <a:lvl3pPr marL="1371600" lvl="2" indent="-299719" algn="l">
              <a:lnSpc>
                <a:spcPct val="110000"/>
              </a:lnSpc>
              <a:spcBef>
                <a:spcPts val="500"/>
              </a:spcBef>
              <a:spcAft>
                <a:spcPts val="0"/>
              </a:spcAft>
              <a:buClr>
                <a:schemeClr val="dk1"/>
              </a:buClr>
              <a:buSzPts val="1120"/>
              <a:buChar char="•"/>
              <a:defRPr sz="1400"/>
            </a:lvl3pPr>
            <a:lvl4pPr marL="1828800" lvl="3" indent="-299719" algn="l">
              <a:lnSpc>
                <a:spcPct val="110000"/>
              </a:lnSpc>
              <a:spcBef>
                <a:spcPts val="500"/>
              </a:spcBef>
              <a:spcAft>
                <a:spcPts val="0"/>
              </a:spcAft>
              <a:buClr>
                <a:schemeClr val="dk1"/>
              </a:buClr>
              <a:buSzPts val="1120"/>
              <a:buChar char="–"/>
              <a:defRPr sz="1400"/>
            </a:lvl4pPr>
            <a:lvl5pPr marL="2286000" lvl="4" indent="-299720" algn="l">
              <a:lnSpc>
                <a:spcPct val="110000"/>
              </a:lnSpc>
              <a:spcBef>
                <a:spcPts val="500"/>
              </a:spcBef>
              <a:spcAft>
                <a:spcPts val="0"/>
              </a:spcAft>
              <a:buClr>
                <a:schemeClr val="dk1"/>
              </a:buClr>
              <a:buSzPts val="112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0" name="Google Shape;150;p37"/>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37"/>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Content 3">
  <p:cSld name="Content 3">
    <p:spTree>
      <p:nvGrpSpPr>
        <p:cNvPr id="1" name="Shape 152"/>
        <p:cNvGrpSpPr/>
        <p:nvPr/>
      </p:nvGrpSpPr>
      <p:grpSpPr>
        <a:xfrm>
          <a:off x="0" y="0"/>
          <a:ext cx="0" cy="0"/>
          <a:chOff x="0" y="0"/>
          <a:chExt cx="0" cy="0"/>
        </a:xfrm>
      </p:grpSpPr>
      <p:sp>
        <p:nvSpPr>
          <p:cNvPr id="153" name="Google Shape;153;p38"/>
          <p:cNvSpPr txBox="1">
            <a:spLocks noGrp="1"/>
          </p:cNvSpPr>
          <p:nvPr>
            <p:ph type="title"/>
          </p:nvPr>
        </p:nvSpPr>
        <p:spPr>
          <a:xfrm>
            <a:off x="1285947" y="1296083"/>
            <a:ext cx="4353325" cy="4265835"/>
          </a:xfrm>
          <a:prstGeom prst="rect">
            <a:avLst/>
          </a:prstGeom>
          <a:noFill/>
          <a:ln w="9525" cap="flat" cmpd="sng">
            <a:solidFill>
              <a:schemeClr val="dk1"/>
            </a:solidFill>
            <a:prstDash val="solid"/>
            <a:round/>
            <a:headEnd type="none" w="sm" len="sm"/>
            <a:tailEnd type="none" w="sm" len="sm"/>
          </a:ln>
        </p:spPr>
        <p:txBody>
          <a:bodyPr spcFirstLastPara="1" wrap="square" lIns="182875" tIns="914400" rIns="182875" bIns="45700" anchor="ctr" anchorCtr="0">
            <a:noAutofit/>
          </a:bodyPr>
          <a:lstStyle>
            <a:lvl1pPr lvl="0" algn="ctr">
              <a:lnSpc>
                <a:spcPct val="90000"/>
              </a:lnSpc>
              <a:spcBef>
                <a:spcPts val="0"/>
              </a:spcBef>
              <a:spcAft>
                <a:spcPts val="0"/>
              </a:spcAft>
              <a:buClr>
                <a:schemeClr val="dk1"/>
              </a:buClr>
              <a:buSzPts val="3200"/>
              <a:buFont typeface="Arial"/>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4" name="Google Shape;154;p38"/>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5" name="Google Shape;155;p38"/>
          <p:cNvSpPr txBox="1">
            <a:spLocks noGrp="1"/>
          </p:cNvSpPr>
          <p:nvPr>
            <p:ph type="body" idx="1"/>
          </p:nvPr>
        </p:nvSpPr>
        <p:spPr>
          <a:xfrm>
            <a:off x="6535056" y="3102182"/>
            <a:ext cx="4325112" cy="2459736"/>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Clr>
                <a:schemeClr val="dk1"/>
              </a:buClr>
              <a:buSzPts val="1440"/>
              <a:buNone/>
              <a:defRPr>
                <a:solidFill>
                  <a:schemeClr val="dk1"/>
                </a:solidFill>
              </a:defRPr>
            </a:lvl1pPr>
            <a:lvl2pPr marL="914400" lvl="1" indent="-228600" algn="l">
              <a:lnSpc>
                <a:spcPct val="110000"/>
              </a:lnSpc>
              <a:spcBef>
                <a:spcPts val="500"/>
              </a:spcBef>
              <a:spcAft>
                <a:spcPts val="0"/>
              </a:spcAft>
              <a:buClr>
                <a:schemeClr val="dk1"/>
              </a:buClr>
              <a:buSzPts val="1120"/>
              <a:buNone/>
              <a:defRPr sz="1400">
                <a:solidFill>
                  <a:schemeClr val="dk1"/>
                </a:solidFill>
              </a:defRPr>
            </a:lvl2pPr>
            <a:lvl3pPr marL="1371600" lvl="2" indent="-228600" algn="l">
              <a:lnSpc>
                <a:spcPct val="110000"/>
              </a:lnSpc>
              <a:spcBef>
                <a:spcPts val="500"/>
              </a:spcBef>
              <a:spcAft>
                <a:spcPts val="0"/>
              </a:spcAft>
              <a:buClr>
                <a:schemeClr val="dk1"/>
              </a:buClr>
              <a:buSzPts val="1120"/>
              <a:buNone/>
              <a:defRPr sz="1400">
                <a:solidFill>
                  <a:schemeClr val="dk1"/>
                </a:solidFill>
              </a:defRPr>
            </a:lvl3pPr>
            <a:lvl4pPr marL="1828800" lvl="3" indent="-228600" algn="l">
              <a:lnSpc>
                <a:spcPct val="110000"/>
              </a:lnSpc>
              <a:spcBef>
                <a:spcPts val="500"/>
              </a:spcBef>
              <a:spcAft>
                <a:spcPts val="0"/>
              </a:spcAft>
              <a:buClr>
                <a:schemeClr val="dk1"/>
              </a:buClr>
              <a:buSzPts val="1120"/>
              <a:buNone/>
              <a:defRPr sz="1400">
                <a:solidFill>
                  <a:schemeClr val="dk1"/>
                </a:solidFill>
              </a:defRPr>
            </a:lvl4pPr>
            <a:lvl5pPr marL="2286000" lvl="4" indent="-228600" algn="l">
              <a:lnSpc>
                <a:spcPct val="110000"/>
              </a:lnSpc>
              <a:spcBef>
                <a:spcPts val="500"/>
              </a:spcBef>
              <a:spcAft>
                <a:spcPts val="0"/>
              </a:spcAft>
              <a:buClr>
                <a:schemeClr val="dk1"/>
              </a:buClr>
              <a:buSzPts val="1120"/>
              <a:buNone/>
              <a:defRPr sz="140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6" name="Google Shape;156;p38"/>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38"/>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Content 4">
  <p:cSld name="Content 4">
    <p:spTree>
      <p:nvGrpSpPr>
        <p:cNvPr id="1" name="Shape 158"/>
        <p:cNvGrpSpPr/>
        <p:nvPr/>
      </p:nvGrpSpPr>
      <p:grpSpPr>
        <a:xfrm>
          <a:off x="0" y="0"/>
          <a:ext cx="0" cy="0"/>
          <a:chOff x="0" y="0"/>
          <a:chExt cx="0" cy="0"/>
        </a:xfrm>
      </p:grpSpPr>
      <p:sp>
        <p:nvSpPr>
          <p:cNvPr id="159" name="Google Shape;159;p39"/>
          <p:cNvSpPr txBox="1">
            <a:spLocks noGrp="1"/>
          </p:cNvSpPr>
          <p:nvPr>
            <p:ph type="title"/>
          </p:nvPr>
        </p:nvSpPr>
        <p:spPr>
          <a:xfrm>
            <a:off x="786384" y="2615184"/>
            <a:ext cx="3813048" cy="355701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0" name="Google Shape;160;p39"/>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39"/>
          <p:cNvSpPr txBox="1">
            <a:spLocks noGrp="1"/>
          </p:cNvSpPr>
          <p:nvPr>
            <p:ph type="body" idx="1"/>
          </p:nvPr>
        </p:nvSpPr>
        <p:spPr>
          <a:xfrm>
            <a:off x="5519738" y="841248"/>
            <a:ext cx="4956175" cy="3556000"/>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440"/>
              <a:buNone/>
              <a:defRPr>
                <a:solidFill>
                  <a:schemeClr val="dk1"/>
                </a:solidFill>
              </a:defRPr>
            </a:lvl1pPr>
            <a:lvl2pPr marL="914400" lvl="1" indent="-299719" algn="l">
              <a:lnSpc>
                <a:spcPct val="110000"/>
              </a:lnSpc>
              <a:spcBef>
                <a:spcPts val="500"/>
              </a:spcBef>
              <a:spcAft>
                <a:spcPts val="0"/>
              </a:spcAft>
              <a:buClr>
                <a:schemeClr val="dk1"/>
              </a:buClr>
              <a:buSzPts val="1120"/>
              <a:buChar char="–"/>
              <a:defRPr sz="1400">
                <a:solidFill>
                  <a:schemeClr val="dk1"/>
                </a:solidFill>
              </a:defRPr>
            </a:lvl2pPr>
            <a:lvl3pPr marL="1371600" lvl="2" indent="-299719" algn="l">
              <a:lnSpc>
                <a:spcPct val="110000"/>
              </a:lnSpc>
              <a:spcBef>
                <a:spcPts val="500"/>
              </a:spcBef>
              <a:spcAft>
                <a:spcPts val="0"/>
              </a:spcAft>
              <a:buClr>
                <a:schemeClr val="dk1"/>
              </a:buClr>
              <a:buSzPts val="1120"/>
              <a:buChar char="•"/>
              <a:defRPr sz="1400">
                <a:solidFill>
                  <a:schemeClr val="dk1"/>
                </a:solidFill>
              </a:defRPr>
            </a:lvl3pPr>
            <a:lvl4pPr marL="1828800" lvl="3" indent="-299719" algn="l">
              <a:lnSpc>
                <a:spcPct val="110000"/>
              </a:lnSpc>
              <a:spcBef>
                <a:spcPts val="500"/>
              </a:spcBef>
              <a:spcAft>
                <a:spcPts val="0"/>
              </a:spcAft>
              <a:buClr>
                <a:schemeClr val="dk1"/>
              </a:buClr>
              <a:buSzPts val="1120"/>
              <a:buChar char="–"/>
              <a:defRPr sz="1400">
                <a:solidFill>
                  <a:schemeClr val="dk1"/>
                </a:solidFill>
              </a:defRPr>
            </a:lvl4pPr>
            <a:lvl5pPr marL="2286000" lvl="4" indent="-299720" algn="l">
              <a:lnSpc>
                <a:spcPct val="110000"/>
              </a:lnSpc>
              <a:spcBef>
                <a:spcPts val="500"/>
              </a:spcBef>
              <a:spcAft>
                <a:spcPts val="0"/>
              </a:spcAft>
              <a:buClr>
                <a:schemeClr val="dk1"/>
              </a:buClr>
              <a:buSzPts val="1120"/>
              <a:buChar char="•"/>
              <a:defRPr sz="140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2" name="Google Shape;162;p39"/>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3" name="Google Shape;163;p39"/>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cxnSp>
        <p:nvCxnSpPr>
          <p:cNvPr id="164" name="Google Shape;164;p39"/>
          <p:cNvCxnSpPr/>
          <p:nvPr/>
        </p:nvCxnSpPr>
        <p:spPr>
          <a:xfrm rot="10800000">
            <a:off x="5016203" y="0"/>
            <a:ext cx="0" cy="6858000"/>
          </a:xfrm>
          <a:prstGeom prst="straightConnector1">
            <a:avLst/>
          </a:prstGeom>
          <a:noFill/>
          <a:ln w="9525" cap="flat" cmpd="sng">
            <a:solidFill>
              <a:schemeClr val="dk1"/>
            </a:solidFill>
            <a:prstDash val="solid"/>
            <a:miter lim="800000"/>
            <a:headEnd type="none" w="sm" len="sm"/>
            <a:tailEnd type="none" w="sm" len="sm"/>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Content 5">
  <p:cSld name="Content 5">
    <p:spTree>
      <p:nvGrpSpPr>
        <p:cNvPr id="1" name="Shape 165"/>
        <p:cNvGrpSpPr/>
        <p:nvPr/>
      </p:nvGrpSpPr>
      <p:grpSpPr>
        <a:xfrm>
          <a:off x="0" y="0"/>
          <a:ext cx="0" cy="0"/>
          <a:chOff x="0" y="0"/>
          <a:chExt cx="0" cy="0"/>
        </a:xfrm>
      </p:grpSpPr>
      <p:sp>
        <p:nvSpPr>
          <p:cNvPr id="166" name="Google Shape;166;p40"/>
          <p:cNvSpPr txBox="1">
            <a:spLocks noGrp="1"/>
          </p:cNvSpPr>
          <p:nvPr>
            <p:ph type="title"/>
          </p:nvPr>
        </p:nvSpPr>
        <p:spPr>
          <a:xfrm>
            <a:off x="731520" y="1358617"/>
            <a:ext cx="4145582" cy="481806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7" name="Google Shape;167;p40"/>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8" name="Google Shape;168;p40"/>
          <p:cNvSpPr txBox="1">
            <a:spLocks noGrp="1"/>
          </p:cNvSpPr>
          <p:nvPr>
            <p:ph type="body" idx="1"/>
          </p:nvPr>
        </p:nvSpPr>
        <p:spPr>
          <a:xfrm>
            <a:off x="5723954" y="841248"/>
            <a:ext cx="5681662" cy="4818062"/>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440"/>
              <a:buNone/>
              <a:defRPr>
                <a:solidFill>
                  <a:schemeClr val="dk1"/>
                </a:solidFill>
              </a:defRPr>
            </a:lvl1pPr>
            <a:lvl2pPr marL="914400" lvl="1" indent="-299719" algn="l">
              <a:lnSpc>
                <a:spcPct val="110000"/>
              </a:lnSpc>
              <a:spcBef>
                <a:spcPts val="500"/>
              </a:spcBef>
              <a:spcAft>
                <a:spcPts val="0"/>
              </a:spcAft>
              <a:buClr>
                <a:schemeClr val="dk1"/>
              </a:buClr>
              <a:buSzPts val="1120"/>
              <a:buChar char="–"/>
              <a:defRPr sz="1400">
                <a:solidFill>
                  <a:schemeClr val="dk1"/>
                </a:solidFill>
              </a:defRPr>
            </a:lvl2pPr>
            <a:lvl3pPr marL="1371600" lvl="2" indent="-299719" algn="l">
              <a:lnSpc>
                <a:spcPct val="110000"/>
              </a:lnSpc>
              <a:spcBef>
                <a:spcPts val="500"/>
              </a:spcBef>
              <a:spcAft>
                <a:spcPts val="0"/>
              </a:spcAft>
              <a:buClr>
                <a:schemeClr val="dk1"/>
              </a:buClr>
              <a:buSzPts val="1120"/>
              <a:buChar char="•"/>
              <a:defRPr sz="1400">
                <a:solidFill>
                  <a:schemeClr val="dk1"/>
                </a:solidFill>
              </a:defRPr>
            </a:lvl3pPr>
            <a:lvl4pPr marL="1828800" lvl="3" indent="-299719" algn="l">
              <a:lnSpc>
                <a:spcPct val="110000"/>
              </a:lnSpc>
              <a:spcBef>
                <a:spcPts val="500"/>
              </a:spcBef>
              <a:spcAft>
                <a:spcPts val="0"/>
              </a:spcAft>
              <a:buClr>
                <a:schemeClr val="dk1"/>
              </a:buClr>
              <a:buSzPts val="1120"/>
              <a:buChar char="–"/>
              <a:defRPr sz="1400">
                <a:solidFill>
                  <a:schemeClr val="dk1"/>
                </a:solidFill>
              </a:defRPr>
            </a:lvl4pPr>
            <a:lvl5pPr marL="2286000" lvl="4" indent="-299720" algn="l">
              <a:lnSpc>
                <a:spcPct val="110000"/>
              </a:lnSpc>
              <a:spcBef>
                <a:spcPts val="500"/>
              </a:spcBef>
              <a:spcAft>
                <a:spcPts val="0"/>
              </a:spcAft>
              <a:buClr>
                <a:schemeClr val="dk1"/>
              </a:buClr>
              <a:buSzPts val="1120"/>
              <a:buChar char="•"/>
              <a:defRPr sz="140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9" name="Google Shape;169;p40"/>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0" name="Google Shape;170;p40"/>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cxnSp>
        <p:nvCxnSpPr>
          <p:cNvPr id="171" name="Google Shape;171;p40"/>
          <p:cNvCxnSpPr/>
          <p:nvPr/>
        </p:nvCxnSpPr>
        <p:spPr>
          <a:xfrm rot="10800000">
            <a:off x="5250118" y="0"/>
            <a:ext cx="0" cy="6858000"/>
          </a:xfrm>
          <a:prstGeom prst="straightConnector1">
            <a:avLst/>
          </a:prstGeom>
          <a:noFill/>
          <a:ln w="9525" cap="flat" cmpd="sng">
            <a:solidFill>
              <a:schemeClr val="dk1"/>
            </a:solidFill>
            <a:prstDash val="solid"/>
            <a:miter lim="800000"/>
            <a:headEnd type="none" w="sm" len="sm"/>
            <a:tailEnd type="none" w="sm" len="sm"/>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matchingName="Content 6">
  <p:cSld name="Content 6">
    <p:spTree>
      <p:nvGrpSpPr>
        <p:cNvPr id="1" name="Shape 172"/>
        <p:cNvGrpSpPr/>
        <p:nvPr/>
      </p:nvGrpSpPr>
      <p:grpSpPr>
        <a:xfrm>
          <a:off x="0" y="0"/>
          <a:ext cx="0" cy="0"/>
          <a:chOff x="0" y="0"/>
          <a:chExt cx="0" cy="0"/>
        </a:xfrm>
      </p:grpSpPr>
      <p:sp>
        <p:nvSpPr>
          <p:cNvPr id="173" name="Google Shape;173;p41"/>
          <p:cNvSpPr txBox="1">
            <a:spLocks noGrp="1"/>
          </p:cNvSpPr>
          <p:nvPr>
            <p:ph type="title"/>
          </p:nvPr>
        </p:nvSpPr>
        <p:spPr>
          <a:xfrm>
            <a:off x="731520" y="841248"/>
            <a:ext cx="2999232" cy="5184648"/>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3200"/>
              <a:buFont typeface="Arial"/>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4" name="Google Shape;174;p41"/>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5" name="Google Shape;175;p41"/>
          <p:cNvSpPr txBox="1">
            <a:spLocks noGrp="1"/>
          </p:cNvSpPr>
          <p:nvPr>
            <p:ph type="body" idx="1"/>
          </p:nvPr>
        </p:nvSpPr>
        <p:spPr>
          <a:xfrm>
            <a:off x="4666926" y="841248"/>
            <a:ext cx="6260154" cy="5184648"/>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440"/>
              <a:buNone/>
              <a:defRPr>
                <a:solidFill>
                  <a:schemeClr val="dk1"/>
                </a:solidFill>
              </a:defRPr>
            </a:lvl1pPr>
            <a:lvl2pPr marL="914400" lvl="1" indent="-299719" algn="l">
              <a:lnSpc>
                <a:spcPct val="110000"/>
              </a:lnSpc>
              <a:spcBef>
                <a:spcPts val="500"/>
              </a:spcBef>
              <a:spcAft>
                <a:spcPts val="0"/>
              </a:spcAft>
              <a:buClr>
                <a:schemeClr val="dk1"/>
              </a:buClr>
              <a:buSzPts val="1120"/>
              <a:buChar char="–"/>
              <a:defRPr sz="1400">
                <a:solidFill>
                  <a:schemeClr val="dk1"/>
                </a:solidFill>
              </a:defRPr>
            </a:lvl2pPr>
            <a:lvl3pPr marL="1371600" lvl="2" indent="-299719" algn="l">
              <a:lnSpc>
                <a:spcPct val="110000"/>
              </a:lnSpc>
              <a:spcBef>
                <a:spcPts val="500"/>
              </a:spcBef>
              <a:spcAft>
                <a:spcPts val="0"/>
              </a:spcAft>
              <a:buClr>
                <a:schemeClr val="dk1"/>
              </a:buClr>
              <a:buSzPts val="1120"/>
              <a:buChar char="•"/>
              <a:defRPr sz="1400">
                <a:solidFill>
                  <a:schemeClr val="dk1"/>
                </a:solidFill>
              </a:defRPr>
            </a:lvl3pPr>
            <a:lvl4pPr marL="1828800" lvl="3" indent="-299719" algn="l">
              <a:lnSpc>
                <a:spcPct val="110000"/>
              </a:lnSpc>
              <a:spcBef>
                <a:spcPts val="500"/>
              </a:spcBef>
              <a:spcAft>
                <a:spcPts val="0"/>
              </a:spcAft>
              <a:buClr>
                <a:schemeClr val="dk1"/>
              </a:buClr>
              <a:buSzPts val="1120"/>
              <a:buChar char="–"/>
              <a:defRPr sz="1400">
                <a:solidFill>
                  <a:schemeClr val="dk1"/>
                </a:solidFill>
              </a:defRPr>
            </a:lvl4pPr>
            <a:lvl5pPr marL="2286000" lvl="4" indent="-299720" algn="l">
              <a:lnSpc>
                <a:spcPct val="110000"/>
              </a:lnSpc>
              <a:spcBef>
                <a:spcPts val="500"/>
              </a:spcBef>
              <a:spcAft>
                <a:spcPts val="0"/>
              </a:spcAft>
              <a:buClr>
                <a:schemeClr val="dk1"/>
              </a:buClr>
              <a:buSzPts val="1120"/>
              <a:buChar char="•"/>
              <a:defRPr sz="140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6" name="Google Shape;176;p41"/>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7" name="Google Shape;177;p41"/>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cxnSp>
        <p:nvCxnSpPr>
          <p:cNvPr id="178" name="Google Shape;178;p41"/>
          <p:cNvCxnSpPr/>
          <p:nvPr/>
        </p:nvCxnSpPr>
        <p:spPr>
          <a:xfrm rot="10800000">
            <a:off x="4182210" y="0"/>
            <a:ext cx="0" cy="6858000"/>
          </a:xfrm>
          <a:prstGeom prst="straightConnector1">
            <a:avLst/>
          </a:prstGeom>
          <a:noFill/>
          <a:ln w="9525" cap="flat" cmpd="sng">
            <a:solidFill>
              <a:schemeClr val="dk1"/>
            </a:solidFill>
            <a:prstDash val="solid"/>
            <a:miter lim="800000"/>
            <a:headEnd type="none" w="sm" len="sm"/>
            <a:tailEnd type="none" w="sm" len="sm"/>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Content with Picture">
  <p:cSld name="Content with Picture">
    <p:spTree>
      <p:nvGrpSpPr>
        <p:cNvPr id="1" name="Shape 179"/>
        <p:cNvGrpSpPr/>
        <p:nvPr/>
      </p:nvGrpSpPr>
      <p:grpSpPr>
        <a:xfrm>
          <a:off x="0" y="0"/>
          <a:ext cx="0" cy="0"/>
          <a:chOff x="0" y="0"/>
          <a:chExt cx="0" cy="0"/>
        </a:xfrm>
      </p:grpSpPr>
      <p:sp>
        <p:nvSpPr>
          <p:cNvPr id="180" name="Google Shape;180;p42"/>
          <p:cNvSpPr txBox="1">
            <a:spLocks noGrp="1"/>
          </p:cNvSpPr>
          <p:nvPr>
            <p:ph type="title"/>
          </p:nvPr>
        </p:nvSpPr>
        <p:spPr>
          <a:xfrm>
            <a:off x="8831152" y="990511"/>
            <a:ext cx="2565593" cy="185894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81" name="Google Shape;181;p42"/>
          <p:cNvPicPr preferRelativeResize="0">
            <a:picLocks noGrp="1"/>
          </p:cNvPicPr>
          <p:nvPr>
            <p:ph type="pic" idx="2"/>
          </p:nvPr>
        </p:nvPicPr>
        <p:blipFill/>
        <p:spPr>
          <a:xfrm>
            <a:off x="0" y="0"/>
            <a:ext cx="8326323" cy="6858000"/>
          </a:xfrm>
          <a:prstGeom prst="rect">
            <a:avLst/>
          </a:prstGeom>
          <a:blipFill rotWithShape="1">
            <a:blip r:embed="rId2">
              <a:alphaModFix amt="70000"/>
            </a:blip>
            <a:stretch>
              <a:fillRect/>
            </a:stretch>
          </a:blipFill>
          <a:ln>
            <a:noFill/>
          </a:ln>
        </p:spPr>
      </p:pic>
      <p:sp>
        <p:nvSpPr>
          <p:cNvPr id="182" name="Google Shape;182;p42"/>
          <p:cNvSpPr txBox="1">
            <a:spLocks noGrp="1"/>
          </p:cNvSpPr>
          <p:nvPr>
            <p:ph type="body" idx="1"/>
          </p:nvPr>
        </p:nvSpPr>
        <p:spPr>
          <a:xfrm>
            <a:off x="8832271" y="3011335"/>
            <a:ext cx="2559977" cy="2656250"/>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440"/>
              <a:buNone/>
              <a:defRPr/>
            </a:lvl1pPr>
            <a:lvl2pPr marL="914400" lvl="1" indent="-228600" algn="l">
              <a:lnSpc>
                <a:spcPct val="110000"/>
              </a:lnSpc>
              <a:spcBef>
                <a:spcPts val="500"/>
              </a:spcBef>
              <a:spcAft>
                <a:spcPts val="0"/>
              </a:spcAft>
              <a:buClr>
                <a:schemeClr val="dk1"/>
              </a:buClr>
              <a:buSzPts val="1120"/>
              <a:buNone/>
              <a:defRPr sz="1400"/>
            </a:lvl2pPr>
            <a:lvl3pPr marL="1371600" lvl="2" indent="-228600" algn="l">
              <a:lnSpc>
                <a:spcPct val="110000"/>
              </a:lnSpc>
              <a:spcBef>
                <a:spcPts val="500"/>
              </a:spcBef>
              <a:spcAft>
                <a:spcPts val="0"/>
              </a:spcAft>
              <a:buClr>
                <a:schemeClr val="dk1"/>
              </a:buClr>
              <a:buSzPts val="1120"/>
              <a:buNone/>
              <a:defRPr sz="1400"/>
            </a:lvl3pPr>
            <a:lvl4pPr marL="1828800" lvl="3" indent="-228600" algn="l">
              <a:lnSpc>
                <a:spcPct val="110000"/>
              </a:lnSpc>
              <a:spcBef>
                <a:spcPts val="500"/>
              </a:spcBef>
              <a:spcAft>
                <a:spcPts val="0"/>
              </a:spcAft>
              <a:buClr>
                <a:schemeClr val="dk1"/>
              </a:buClr>
              <a:buSzPts val="1120"/>
              <a:buNone/>
              <a:defRPr sz="1400"/>
            </a:lvl4pPr>
            <a:lvl5pPr marL="2286000" lvl="4" indent="-228600" algn="l">
              <a:lnSpc>
                <a:spcPct val="110000"/>
              </a:lnSpc>
              <a:spcBef>
                <a:spcPts val="500"/>
              </a:spcBef>
              <a:spcAft>
                <a:spcPts val="0"/>
              </a:spcAft>
              <a:buClr>
                <a:schemeClr val="dk1"/>
              </a:buClr>
              <a:buSzPts val="1120"/>
              <a:buNone/>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3" name="Google Shape;183;p42"/>
          <p:cNvSpPr txBox="1">
            <a:spLocks noGrp="1"/>
          </p:cNvSpPr>
          <p:nvPr>
            <p:ph type="ftr" idx="11"/>
          </p:nvPr>
        </p:nvSpPr>
        <p:spPr>
          <a:xfrm rot="5400000">
            <a:off x="10292564" y="1592958"/>
            <a:ext cx="297352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4" name="Google Shape;184;p42"/>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5" name="Google Shape;185;p42"/>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cxnSp>
        <p:nvCxnSpPr>
          <p:cNvPr id="186" name="Google Shape;186;p42"/>
          <p:cNvCxnSpPr/>
          <p:nvPr/>
        </p:nvCxnSpPr>
        <p:spPr>
          <a:xfrm>
            <a:off x="8320570" y="0"/>
            <a:ext cx="0" cy="6858000"/>
          </a:xfrm>
          <a:prstGeom prst="straightConnector1">
            <a:avLst/>
          </a:prstGeom>
          <a:noFill/>
          <a:ln w="9525" cap="flat" cmpd="sng">
            <a:solidFill>
              <a:schemeClr val="dk1"/>
            </a:solidFill>
            <a:prstDash val="solid"/>
            <a:miter lim="800000"/>
            <a:headEnd type="none" w="sm" len="sm"/>
            <a:tailEnd type="none" w="sm" len="sm"/>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Content with Picture 2">
  <p:cSld name="Content with Picture 2">
    <p:spTree>
      <p:nvGrpSpPr>
        <p:cNvPr id="1" name="Shape 187"/>
        <p:cNvGrpSpPr/>
        <p:nvPr/>
      </p:nvGrpSpPr>
      <p:grpSpPr>
        <a:xfrm>
          <a:off x="0" y="0"/>
          <a:ext cx="0" cy="0"/>
          <a:chOff x="0" y="0"/>
          <a:chExt cx="0" cy="0"/>
        </a:xfrm>
      </p:grpSpPr>
      <p:sp>
        <p:nvSpPr>
          <p:cNvPr id="188" name="Google Shape;188;p43"/>
          <p:cNvSpPr txBox="1">
            <a:spLocks noGrp="1"/>
          </p:cNvSpPr>
          <p:nvPr>
            <p:ph type="title"/>
          </p:nvPr>
        </p:nvSpPr>
        <p:spPr>
          <a:xfrm>
            <a:off x="615697" y="990511"/>
            <a:ext cx="2724240" cy="185894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9" name="Google Shape;189;p43"/>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0" name="Google Shape;190;p43"/>
          <p:cNvSpPr txBox="1">
            <a:spLocks noGrp="1"/>
          </p:cNvSpPr>
          <p:nvPr>
            <p:ph type="dt" idx="10"/>
          </p:nvPr>
        </p:nvSpPr>
        <p:spPr>
          <a:xfrm rot="-5400000" flipH="1">
            <a:off x="-997746" y="4594946"/>
            <a:ext cx="270669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1" name="Google Shape;191;p43"/>
          <p:cNvSpPr txBox="1">
            <a:spLocks noGrp="1"/>
          </p:cNvSpPr>
          <p:nvPr>
            <p:ph type="sldNum" idx="12"/>
          </p:nvPr>
        </p:nvSpPr>
        <p:spPr>
          <a:xfrm>
            <a:off x="88569" y="6264201"/>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sp>
        <p:nvSpPr>
          <p:cNvPr id="192" name="Google Shape;192;p43"/>
          <p:cNvSpPr txBox="1">
            <a:spLocks noGrp="1"/>
          </p:cNvSpPr>
          <p:nvPr>
            <p:ph type="body" idx="1"/>
          </p:nvPr>
        </p:nvSpPr>
        <p:spPr>
          <a:xfrm>
            <a:off x="616690" y="3011335"/>
            <a:ext cx="2718277" cy="2656250"/>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440"/>
              <a:buNone/>
              <a:defRPr/>
            </a:lvl1pPr>
            <a:lvl2pPr marL="914400" lvl="1" indent="-228600" algn="l">
              <a:lnSpc>
                <a:spcPct val="110000"/>
              </a:lnSpc>
              <a:spcBef>
                <a:spcPts val="500"/>
              </a:spcBef>
              <a:spcAft>
                <a:spcPts val="0"/>
              </a:spcAft>
              <a:buClr>
                <a:schemeClr val="dk1"/>
              </a:buClr>
              <a:buSzPts val="1120"/>
              <a:buNone/>
              <a:defRPr sz="1400"/>
            </a:lvl2pPr>
            <a:lvl3pPr marL="1371600" lvl="2" indent="-228600" algn="l">
              <a:lnSpc>
                <a:spcPct val="110000"/>
              </a:lnSpc>
              <a:spcBef>
                <a:spcPts val="500"/>
              </a:spcBef>
              <a:spcAft>
                <a:spcPts val="0"/>
              </a:spcAft>
              <a:buClr>
                <a:schemeClr val="dk1"/>
              </a:buClr>
              <a:buSzPts val="1120"/>
              <a:buNone/>
              <a:defRPr sz="1400"/>
            </a:lvl3pPr>
            <a:lvl4pPr marL="1828800" lvl="3" indent="-228600" algn="l">
              <a:lnSpc>
                <a:spcPct val="110000"/>
              </a:lnSpc>
              <a:spcBef>
                <a:spcPts val="500"/>
              </a:spcBef>
              <a:spcAft>
                <a:spcPts val="0"/>
              </a:spcAft>
              <a:buClr>
                <a:schemeClr val="dk1"/>
              </a:buClr>
              <a:buSzPts val="1120"/>
              <a:buNone/>
              <a:defRPr sz="1400"/>
            </a:lvl4pPr>
            <a:lvl5pPr marL="2286000" lvl="4" indent="-228600" algn="l">
              <a:lnSpc>
                <a:spcPct val="110000"/>
              </a:lnSpc>
              <a:spcBef>
                <a:spcPts val="500"/>
              </a:spcBef>
              <a:spcAft>
                <a:spcPts val="0"/>
              </a:spcAft>
              <a:buClr>
                <a:schemeClr val="dk1"/>
              </a:buClr>
              <a:buSzPts val="1120"/>
              <a:buNone/>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93" name="Google Shape;193;p43"/>
          <p:cNvPicPr preferRelativeResize="0">
            <a:picLocks noGrp="1"/>
          </p:cNvPicPr>
          <p:nvPr>
            <p:ph type="pic" idx="2"/>
          </p:nvPr>
        </p:nvPicPr>
        <p:blipFill/>
        <p:spPr>
          <a:xfrm>
            <a:off x="3865677" y="0"/>
            <a:ext cx="8326323" cy="6858000"/>
          </a:xfrm>
          <a:prstGeom prst="rect">
            <a:avLst/>
          </a:prstGeom>
          <a:blipFill rotWithShape="1">
            <a:blip r:embed="rId2">
              <a:alphaModFix amt="70000"/>
            </a:blip>
            <a:stretch>
              <a:fillRect/>
            </a:stretch>
          </a:blipFill>
          <a:ln>
            <a:noFill/>
          </a:ln>
        </p:spPr>
      </p:pic>
      <p:cxnSp>
        <p:nvCxnSpPr>
          <p:cNvPr id="194" name="Google Shape;194;p43"/>
          <p:cNvCxnSpPr/>
          <p:nvPr/>
        </p:nvCxnSpPr>
        <p:spPr>
          <a:xfrm>
            <a:off x="3859058" y="0"/>
            <a:ext cx="0" cy="6858000"/>
          </a:xfrm>
          <a:prstGeom prst="straightConnector1">
            <a:avLst/>
          </a:prstGeom>
          <a:noFill/>
          <a:ln w="9525" cap="flat" cmpd="sng">
            <a:solidFill>
              <a:schemeClr val="dk1"/>
            </a:solidFill>
            <a:prstDash val="solid"/>
            <a:miter lim="800000"/>
            <a:headEnd type="none" w="sm" len="sm"/>
            <a:tailEnd type="none" w="sm" len="sm"/>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matchingName="Content with Picture 3">
  <p:cSld name="Content with Picture 3">
    <p:spTree>
      <p:nvGrpSpPr>
        <p:cNvPr id="1" name="Shape 195"/>
        <p:cNvGrpSpPr/>
        <p:nvPr/>
      </p:nvGrpSpPr>
      <p:grpSpPr>
        <a:xfrm>
          <a:off x="0" y="0"/>
          <a:ext cx="0" cy="0"/>
          <a:chOff x="0" y="0"/>
          <a:chExt cx="0" cy="0"/>
        </a:xfrm>
      </p:grpSpPr>
      <p:sp>
        <p:nvSpPr>
          <p:cNvPr id="196" name="Google Shape;196;p44"/>
          <p:cNvSpPr txBox="1">
            <a:spLocks noGrp="1"/>
          </p:cNvSpPr>
          <p:nvPr>
            <p:ph type="title"/>
          </p:nvPr>
        </p:nvSpPr>
        <p:spPr>
          <a:xfrm>
            <a:off x="5303520" y="548640"/>
            <a:ext cx="6093225" cy="11430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Arial"/>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97" name="Google Shape;197;p44"/>
          <p:cNvPicPr preferRelativeResize="0">
            <a:picLocks noGrp="1"/>
          </p:cNvPicPr>
          <p:nvPr>
            <p:ph type="pic" idx="2"/>
          </p:nvPr>
        </p:nvPicPr>
        <p:blipFill/>
        <p:spPr>
          <a:xfrm>
            <a:off x="0" y="1"/>
            <a:ext cx="4793885" cy="6858000"/>
          </a:xfrm>
          <a:prstGeom prst="rect">
            <a:avLst/>
          </a:prstGeom>
          <a:blipFill rotWithShape="1">
            <a:blip r:embed="rId2">
              <a:alphaModFix amt="70000"/>
            </a:blip>
            <a:stretch>
              <a:fillRect/>
            </a:stretch>
          </a:blipFill>
          <a:ln>
            <a:noFill/>
          </a:ln>
        </p:spPr>
      </p:pic>
      <p:sp>
        <p:nvSpPr>
          <p:cNvPr id="198" name="Google Shape;198;p44"/>
          <p:cNvSpPr txBox="1">
            <a:spLocks noGrp="1"/>
          </p:cNvSpPr>
          <p:nvPr>
            <p:ph type="body" idx="1"/>
          </p:nvPr>
        </p:nvSpPr>
        <p:spPr>
          <a:xfrm>
            <a:off x="5303520" y="1828800"/>
            <a:ext cx="6071616" cy="4489704"/>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440"/>
              <a:buNone/>
              <a:defRPr>
                <a:solidFill>
                  <a:schemeClr val="dk1"/>
                </a:solidFill>
              </a:defRPr>
            </a:lvl1pPr>
            <a:lvl2pPr marL="914400" lvl="1" indent="-309880" algn="l">
              <a:lnSpc>
                <a:spcPct val="110000"/>
              </a:lnSpc>
              <a:spcBef>
                <a:spcPts val="500"/>
              </a:spcBef>
              <a:spcAft>
                <a:spcPts val="0"/>
              </a:spcAft>
              <a:buClr>
                <a:schemeClr val="dk1"/>
              </a:buClr>
              <a:buSzPts val="1280"/>
              <a:buChar char="–"/>
              <a:defRPr>
                <a:solidFill>
                  <a:schemeClr val="dk1"/>
                </a:solidFill>
              </a:defRPr>
            </a:lvl2pPr>
            <a:lvl3pPr marL="1371600" lvl="2" indent="-299719" algn="l">
              <a:lnSpc>
                <a:spcPct val="110000"/>
              </a:lnSpc>
              <a:spcBef>
                <a:spcPts val="500"/>
              </a:spcBef>
              <a:spcAft>
                <a:spcPts val="0"/>
              </a:spcAft>
              <a:buClr>
                <a:schemeClr val="dk1"/>
              </a:buClr>
              <a:buSzPts val="1120"/>
              <a:buChar char="•"/>
              <a:defRPr>
                <a:solidFill>
                  <a:schemeClr val="dk1"/>
                </a:solidFill>
              </a:defRPr>
            </a:lvl3pPr>
            <a:lvl4pPr marL="1828800" lvl="3" indent="-299719" algn="l">
              <a:lnSpc>
                <a:spcPct val="110000"/>
              </a:lnSpc>
              <a:spcBef>
                <a:spcPts val="500"/>
              </a:spcBef>
              <a:spcAft>
                <a:spcPts val="0"/>
              </a:spcAft>
              <a:buClr>
                <a:schemeClr val="dk1"/>
              </a:buClr>
              <a:buSzPts val="1120"/>
              <a:buChar char="–"/>
              <a:defRPr>
                <a:solidFill>
                  <a:schemeClr val="dk1"/>
                </a:solidFill>
              </a:defRPr>
            </a:lvl4pPr>
            <a:lvl5pPr marL="2286000" lvl="4" indent="-299720" algn="l">
              <a:lnSpc>
                <a:spcPct val="110000"/>
              </a:lnSpc>
              <a:spcBef>
                <a:spcPts val="500"/>
              </a:spcBef>
              <a:spcAft>
                <a:spcPts val="0"/>
              </a:spcAft>
              <a:buClr>
                <a:schemeClr val="dk1"/>
              </a:buClr>
              <a:buSzPts val="1120"/>
              <a:buChar char="•"/>
              <a:defRPr>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199" name="Google Shape;199;p44"/>
          <p:cNvCxnSpPr/>
          <p:nvPr/>
        </p:nvCxnSpPr>
        <p:spPr>
          <a:xfrm>
            <a:off x="4797154" y="0"/>
            <a:ext cx="0" cy="6858000"/>
          </a:xfrm>
          <a:prstGeom prst="straightConnector1">
            <a:avLst/>
          </a:prstGeom>
          <a:noFill/>
          <a:ln w="9525" cap="flat" cmpd="sng">
            <a:solidFill>
              <a:schemeClr val="dk1"/>
            </a:solidFill>
            <a:prstDash val="solid"/>
            <a:miter lim="800000"/>
            <a:headEnd type="none" w="sm" len="sm"/>
            <a:tailEnd type="none" w="sm" len="sm"/>
          </a:ln>
        </p:spPr>
      </p:cxnSp>
      <p:sp>
        <p:nvSpPr>
          <p:cNvPr id="200" name="Google Shape;200;p44"/>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1" name="Google Shape;201;p44"/>
          <p:cNvSpPr txBox="1">
            <a:spLocks noGrp="1"/>
          </p:cNvSpPr>
          <p:nvPr>
            <p:ph type="ftr" idx="11"/>
          </p:nvPr>
        </p:nvSpPr>
        <p:spPr>
          <a:xfrm rot="-5400000" flipH="1">
            <a:off x="10292565"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2" name="Google Shape;202;p44"/>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Content with Picture 5">
  <p:cSld name="Content with Picture 5">
    <p:spTree>
      <p:nvGrpSpPr>
        <p:cNvPr id="1" name="Shape 203"/>
        <p:cNvGrpSpPr/>
        <p:nvPr/>
      </p:nvGrpSpPr>
      <p:grpSpPr>
        <a:xfrm>
          <a:off x="0" y="0"/>
          <a:ext cx="0" cy="0"/>
          <a:chOff x="0" y="0"/>
          <a:chExt cx="0" cy="0"/>
        </a:xfrm>
      </p:grpSpPr>
      <p:sp>
        <p:nvSpPr>
          <p:cNvPr id="204" name="Google Shape;204;p45"/>
          <p:cNvSpPr txBox="1">
            <a:spLocks noGrp="1"/>
          </p:cNvSpPr>
          <p:nvPr>
            <p:ph type="title"/>
          </p:nvPr>
        </p:nvSpPr>
        <p:spPr>
          <a:xfrm>
            <a:off x="4480560" y="320040"/>
            <a:ext cx="6858000" cy="932688"/>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Arial"/>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05" name="Google Shape;205;p45"/>
          <p:cNvPicPr preferRelativeResize="0">
            <a:picLocks noGrp="1"/>
          </p:cNvPicPr>
          <p:nvPr>
            <p:ph type="pic" idx="2"/>
          </p:nvPr>
        </p:nvPicPr>
        <p:blipFill/>
        <p:spPr>
          <a:xfrm>
            <a:off x="0" y="1"/>
            <a:ext cx="4023360" cy="6858000"/>
          </a:xfrm>
          <a:prstGeom prst="rect">
            <a:avLst/>
          </a:prstGeom>
          <a:blipFill rotWithShape="1">
            <a:blip r:embed="rId2">
              <a:alphaModFix amt="70000"/>
            </a:blip>
            <a:stretch>
              <a:fillRect/>
            </a:stretch>
          </a:blipFill>
          <a:ln>
            <a:noFill/>
          </a:ln>
        </p:spPr>
      </p:pic>
      <p:sp>
        <p:nvSpPr>
          <p:cNvPr id="206" name="Google Shape;206;p45"/>
          <p:cNvSpPr txBox="1">
            <a:spLocks noGrp="1"/>
          </p:cNvSpPr>
          <p:nvPr>
            <p:ph type="body" idx="1"/>
          </p:nvPr>
        </p:nvSpPr>
        <p:spPr>
          <a:xfrm>
            <a:off x="4480560" y="1380744"/>
            <a:ext cx="6858000" cy="4983480"/>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440"/>
              <a:buNone/>
              <a:defRPr>
                <a:solidFill>
                  <a:schemeClr val="dk1"/>
                </a:solidFill>
              </a:defRPr>
            </a:lvl1pPr>
            <a:lvl2pPr marL="914400" lvl="1" indent="-309880" algn="l">
              <a:lnSpc>
                <a:spcPct val="110000"/>
              </a:lnSpc>
              <a:spcBef>
                <a:spcPts val="500"/>
              </a:spcBef>
              <a:spcAft>
                <a:spcPts val="0"/>
              </a:spcAft>
              <a:buClr>
                <a:schemeClr val="dk1"/>
              </a:buClr>
              <a:buSzPts val="1280"/>
              <a:buChar char="–"/>
              <a:defRPr>
                <a:solidFill>
                  <a:schemeClr val="dk1"/>
                </a:solidFill>
              </a:defRPr>
            </a:lvl2pPr>
            <a:lvl3pPr marL="1371600" lvl="2" indent="-299719" algn="l">
              <a:lnSpc>
                <a:spcPct val="110000"/>
              </a:lnSpc>
              <a:spcBef>
                <a:spcPts val="500"/>
              </a:spcBef>
              <a:spcAft>
                <a:spcPts val="0"/>
              </a:spcAft>
              <a:buClr>
                <a:schemeClr val="dk1"/>
              </a:buClr>
              <a:buSzPts val="1120"/>
              <a:buChar char="•"/>
              <a:defRPr>
                <a:solidFill>
                  <a:schemeClr val="dk1"/>
                </a:solidFill>
              </a:defRPr>
            </a:lvl3pPr>
            <a:lvl4pPr marL="1828800" lvl="3" indent="-299719" algn="l">
              <a:lnSpc>
                <a:spcPct val="110000"/>
              </a:lnSpc>
              <a:spcBef>
                <a:spcPts val="500"/>
              </a:spcBef>
              <a:spcAft>
                <a:spcPts val="0"/>
              </a:spcAft>
              <a:buClr>
                <a:schemeClr val="dk1"/>
              </a:buClr>
              <a:buSzPts val="1120"/>
              <a:buChar char="–"/>
              <a:defRPr>
                <a:solidFill>
                  <a:schemeClr val="dk1"/>
                </a:solidFill>
              </a:defRPr>
            </a:lvl4pPr>
            <a:lvl5pPr marL="2286000" lvl="4" indent="-299720" algn="l">
              <a:lnSpc>
                <a:spcPct val="110000"/>
              </a:lnSpc>
              <a:spcBef>
                <a:spcPts val="500"/>
              </a:spcBef>
              <a:spcAft>
                <a:spcPts val="0"/>
              </a:spcAft>
              <a:buClr>
                <a:schemeClr val="dk1"/>
              </a:buClr>
              <a:buSzPts val="1120"/>
              <a:buChar char="•"/>
              <a:defRPr>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207" name="Google Shape;207;p45"/>
          <p:cNvCxnSpPr/>
          <p:nvPr/>
        </p:nvCxnSpPr>
        <p:spPr>
          <a:xfrm>
            <a:off x="4014020" y="0"/>
            <a:ext cx="0" cy="6858000"/>
          </a:xfrm>
          <a:prstGeom prst="straightConnector1">
            <a:avLst/>
          </a:prstGeom>
          <a:noFill/>
          <a:ln w="9525" cap="flat" cmpd="sng">
            <a:solidFill>
              <a:schemeClr val="dk1"/>
            </a:solidFill>
            <a:prstDash val="solid"/>
            <a:miter lim="800000"/>
            <a:headEnd type="none" w="sm" len="sm"/>
            <a:tailEnd type="none" w="sm" len="sm"/>
          </a:ln>
        </p:spPr>
      </p:cxnSp>
      <p:sp>
        <p:nvSpPr>
          <p:cNvPr id="208" name="Google Shape;208;p45"/>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9" name="Google Shape;209;p45"/>
          <p:cNvSpPr txBox="1">
            <a:spLocks noGrp="1"/>
          </p:cNvSpPr>
          <p:nvPr>
            <p:ph type="ftr" idx="11"/>
          </p:nvPr>
        </p:nvSpPr>
        <p:spPr>
          <a:xfrm rot="-5400000" flipH="1">
            <a:off x="10292565"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0" name="Google Shape;210;p45"/>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Content with Picture 8">
  <p:cSld name="Content with Picture 8">
    <p:spTree>
      <p:nvGrpSpPr>
        <p:cNvPr id="1" name="Shape 211"/>
        <p:cNvGrpSpPr/>
        <p:nvPr/>
      </p:nvGrpSpPr>
      <p:grpSpPr>
        <a:xfrm>
          <a:off x="0" y="0"/>
          <a:ext cx="0" cy="0"/>
          <a:chOff x="0" y="0"/>
          <a:chExt cx="0" cy="0"/>
        </a:xfrm>
      </p:grpSpPr>
      <p:sp>
        <p:nvSpPr>
          <p:cNvPr id="212" name="Google Shape;212;p46"/>
          <p:cNvSpPr txBox="1">
            <a:spLocks noGrp="1"/>
          </p:cNvSpPr>
          <p:nvPr>
            <p:ph type="title"/>
          </p:nvPr>
        </p:nvSpPr>
        <p:spPr>
          <a:xfrm>
            <a:off x="731520" y="583413"/>
            <a:ext cx="4361688" cy="1262639"/>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Arial"/>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3" name="Google Shape;213;p46"/>
          <p:cNvSpPr txBox="1">
            <a:spLocks noGrp="1"/>
          </p:cNvSpPr>
          <p:nvPr>
            <p:ph type="body" idx="1"/>
          </p:nvPr>
        </p:nvSpPr>
        <p:spPr>
          <a:xfrm>
            <a:off x="731520" y="1979461"/>
            <a:ext cx="4360863" cy="4329264"/>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440"/>
              <a:buNone/>
              <a:defRPr>
                <a:solidFill>
                  <a:schemeClr val="dk1"/>
                </a:solidFill>
              </a:defRPr>
            </a:lvl1pPr>
            <a:lvl2pPr marL="914400" lvl="1" indent="-309880" algn="l">
              <a:lnSpc>
                <a:spcPct val="110000"/>
              </a:lnSpc>
              <a:spcBef>
                <a:spcPts val="500"/>
              </a:spcBef>
              <a:spcAft>
                <a:spcPts val="0"/>
              </a:spcAft>
              <a:buClr>
                <a:schemeClr val="dk1"/>
              </a:buClr>
              <a:buSzPts val="1280"/>
              <a:buChar char="–"/>
              <a:defRPr>
                <a:solidFill>
                  <a:schemeClr val="dk1"/>
                </a:solidFill>
              </a:defRPr>
            </a:lvl2pPr>
            <a:lvl3pPr marL="1371600" lvl="2" indent="-299719" algn="l">
              <a:lnSpc>
                <a:spcPct val="110000"/>
              </a:lnSpc>
              <a:spcBef>
                <a:spcPts val="500"/>
              </a:spcBef>
              <a:spcAft>
                <a:spcPts val="0"/>
              </a:spcAft>
              <a:buClr>
                <a:schemeClr val="dk1"/>
              </a:buClr>
              <a:buSzPts val="1120"/>
              <a:buChar char="•"/>
              <a:defRPr>
                <a:solidFill>
                  <a:schemeClr val="dk1"/>
                </a:solidFill>
              </a:defRPr>
            </a:lvl3pPr>
            <a:lvl4pPr marL="1828800" lvl="3" indent="-299719" algn="l">
              <a:lnSpc>
                <a:spcPct val="110000"/>
              </a:lnSpc>
              <a:spcBef>
                <a:spcPts val="500"/>
              </a:spcBef>
              <a:spcAft>
                <a:spcPts val="0"/>
              </a:spcAft>
              <a:buClr>
                <a:schemeClr val="dk1"/>
              </a:buClr>
              <a:buSzPts val="1120"/>
              <a:buChar char="–"/>
              <a:defRPr>
                <a:solidFill>
                  <a:schemeClr val="dk1"/>
                </a:solidFill>
              </a:defRPr>
            </a:lvl4pPr>
            <a:lvl5pPr marL="2286000" lvl="4" indent="-299720" algn="l">
              <a:lnSpc>
                <a:spcPct val="110000"/>
              </a:lnSpc>
              <a:spcBef>
                <a:spcPts val="500"/>
              </a:spcBef>
              <a:spcAft>
                <a:spcPts val="0"/>
              </a:spcAft>
              <a:buClr>
                <a:schemeClr val="dk1"/>
              </a:buClr>
              <a:buSzPts val="1120"/>
              <a:buChar char="•"/>
              <a:defRPr>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14" name="Google Shape;214;p46"/>
          <p:cNvPicPr preferRelativeResize="0">
            <a:picLocks noGrp="1"/>
          </p:cNvPicPr>
          <p:nvPr>
            <p:ph type="pic" idx="2"/>
          </p:nvPr>
        </p:nvPicPr>
        <p:blipFill/>
        <p:spPr>
          <a:xfrm>
            <a:off x="5745480" y="0"/>
            <a:ext cx="6446520" cy="6858000"/>
          </a:xfrm>
          <a:prstGeom prst="rect">
            <a:avLst/>
          </a:prstGeom>
          <a:blipFill rotWithShape="1">
            <a:blip r:embed="rId2">
              <a:alphaModFix amt="70000"/>
            </a:blip>
            <a:stretch>
              <a:fillRect/>
            </a:stretch>
          </a:blipFill>
          <a:ln>
            <a:noFill/>
          </a:ln>
        </p:spPr>
      </p:pic>
      <p:cxnSp>
        <p:nvCxnSpPr>
          <p:cNvPr id="215" name="Google Shape;215;p46"/>
          <p:cNvCxnSpPr/>
          <p:nvPr/>
        </p:nvCxnSpPr>
        <p:spPr>
          <a:xfrm>
            <a:off x="5732126" y="0"/>
            <a:ext cx="0" cy="6858000"/>
          </a:xfrm>
          <a:prstGeom prst="straightConnector1">
            <a:avLst/>
          </a:prstGeom>
          <a:noFill/>
          <a:ln w="9525" cap="flat" cmpd="sng">
            <a:solidFill>
              <a:schemeClr val="dk1"/>
            </a:solidFill>
            <a:prstDash val="solid"/>
            <a:miter lim="800000"/>
            <a:headEnd type="none" w="sm" len="sm"/>
            <a:tailEnd type="none" w="sm" len="sm"/>
          </a:ln>
        </p:spPr>
      </p:cxnSp>
      <p:sp>
        <p:nvSpPr>
          <p:cNvPr id="216" name="Google Shape;216;p46"/>
          <p:cNvSpPr txBox="1">
            <a:spLocks noGrp="1"/>
          </p:cNvSpPr>
          <p:nvPr>
            <p:ph type="dt" idx="10"/>
          </p:nvPr>
        </p:nvSpPr>
        <p:spPr>
          <a:xfrm rot="5400000">
            <a:off x="-997745"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7" name="Google Shape;217;p46"/>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8" name="Google Shape;218;p46"/>
          <p:cNvSpPr txBox="1">
            <a:spLocks noGrp="1"/>
          </p:cNvSpPr>
          <p:nvPr>
            <p:ph type="sldNum" idx="12"/>
          </p:nvPr>
        </p:nvSpPr>
        <p:spPr>
          <a:xfrm>
            <a:off x="51117"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matchingName="Content with Picture 10">
  <p:cSld name="Content with Picture 10">
    <p:spTree>
      <p:nvGrpSpPr>
        <p:cNvPr id="1" name="Shape 219"/>
        <p:cNvGrpSpPr/>
        <p:nvPr/>
      </p:nvGrpSpPr>
      <p:grpSpPr>
        <a:xfrm>
          <a:off x="0" y="0"/>
          <a:ext cx="0" cy="0"/>
          <a:chOff x="0" y="0"/>
          <a:chExt cx="0" cy="0"/>
        </a:xfrm>
      </p:grpSpPr>
      <p:sp>
        <p:nvSpPr>
          <p:cNvPr id="220" name="Google Shape;220;p47"/>
          <p:cNvSpPr txBox="1">
            <a:spLocks noGrp="1"/>
          </p:cNvSpPr>
          <p:nvPr>
            <p:ph type="title"/>
          </p:nvPr>
        </p:nvSpPr>
        <p:spPr>
          <a:xfrm>
            <a:off x="8046720" y="583413"/>
            <a:ext cx="3566160" cy="152704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21" name="Google Shape;221;p47"/>
          <p:cNvPicPr preferRelativeResize="0">
            <a:picLocks noGrp="1"/>
          </p:cNvPicPr>
          <p:nvPr>
            <p:ph type="pic" idx="2"/>
          </p:nvPr>
        </p:nvPicPr>
        <p:blipFill/>
        <p:spPr>
          <a:xfrm>
            <a:off x="0" y="0"/>
            <a:ext cx="7584144" cy="6858000"/>
          </a:xfrm>
          <a:prstGeom prst="rect">
            <a:avLst/>
          </a:prstGeom>
          <a:blipFill rotWithShape="1">
            <a:blip r:embed="rId2">
              <a:alphaModFix amt="70000"/>
            </a:blip>
            <a:stretch>
              <a:fillRect/>
            </a:stretch>
          </a:blipFill>
          <a:ln>
            <a:noFill/>
          </a:ln>
        </p:spPr>
      </p:pic>
      <p:sp>
        <p:nvSpPr>
          <p:cNvPr id="222" name="Google Shape;222;p47"/>
          <p:cNvSpPr txBox="1">
            <a:spLocks noGrp="1"/>
          </p:cNvSpPr>
          <p:nvPr>
            <p:ph type="body" idx="1"/>
          </p:nvPr>
        </p:nvSpPr>
        <p:spPr>
          <a:xfrm>
            <a:off x="8046720" y="2212975"/>
            <a:ext cx="3566160" cy="4095750"/>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440"/>
              <a:buNone/>
              <a:defRPr>
                <a:solidFill>
                  <a:schemeClr val="dk1"/>
                </a:solidFill>
              </a:defRPr>
            </a:lvl1pPr>
            <a:lvl2pPr marL="914400" lvl="1" indent="-309880" algn="l">
              <a:lnSpc>
                <a:spcPct val="110000"/>
              </a:lnSpc>
              <a:spcBef>
                <a:spcPts val="500"/>
              </a:spcBef>
              <a:spcAft>
                <a:spcPts val="0"/>
              </a:spcAft>
              <a:buClr>
                <a:schemeClr val="dk1"/>
              </a:buClr>
              <a:buSzPts val="1280"/>
              <a:buChar char="–"/>
              <a:defRPr>
                <a:solidFill>
                  <a:schemeClr val="dk1"/>
                </a:solidFill>
              </a:defRPr>
            </a:lvl2pPr>
            <a:lvl3pPr marL="1371600" lvl="2" indent="-299719" algn="l">
              <a:lnSpc>
                <a:spcPct val="110000"/>
              </a:lnSpc>
              <a:spcBef>
                <a:spcPts val="500"/>
              </a:spcBef>
              <a:spcAft>
                <a:spcPts val="0"/>
              </a:spcAft>
              <a:buClr>
                <a:schemeClr val="dk1"/>
              </a:buClr>
              <a:buSzPts val="1120"/>
              <a:buChar char="•"/>
              <a:defRPr>
                <a:solidFill>
                  <a:schemeClr val="dk1"/>
                </a:solidFill>
              </a:defRPr>
            </a:lvl3pPr>
            <a:lvl4pPr marL="1828800" lvl="3" indent="-299719" algn="l">
              <a:lnSpc>
                <a:spcPct val="110000"/>
              </a:lnSpc>
              <a:spcBef>
                <a:spcPts val="500"/>
              </a:spcBef>
              <a:spcAft>
                <a:spcPts val="0"/>
              </a:spcAft>
              <a:buClr>
                <a:schemeClr val="dk1"/>
              </a:buClr>
              <a:buSzPts val="1120"/>
              <a:buChar char="–"/>
              <a:defRPr>
                <a:solidFill>
                  <a:schemeClr val="dk1"/>
                </a:solidFill>
              </a:defRPr>
            </a:lvl4pPr>
            <a:lvl5pPr marL="2286000" lvl="4" indent="-299720" algn="l">
              <a:lnSpc>
                <a:spcPct val="110000"/>
              </a:lnSpc>
              <a:spcBef>
                <a:spcPts val="500"/>
              </a:spcBef>
              <a:spcAft>
                <a:spcPts val="0"/>
              </a:spcAft>
              <a:buClr>
                <a:schemeClr val="dk1"/>
              </a:buClr>
              <a:buSzPts val="1120"/>
              <a:buChar char="•"/>
              <a:defRPr>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223" name="Google Shape;223;p47"/>
          <p:cNvCxnSpPr/>
          <p:nvPr/>
        </p:nvCxnSpPr>
        <p:spPr>
          <a:xfrm>
            <a:off x="7582129" y="0"/>
            <a:ext cx="0" cy="6858000"/>
          </a:xfrm>
          <a:prstGeom prst="straightConnector1">
            <a:avLst/>
          </a:prstGeom>
          <a:noFill/>
          <a:ln w="9525" cap="flat" cmpd="sng">
            <a:solidFill>
              <a:schemeClr val="dk1"/>
            </a:solidFill>
            <a:prstDash val="solid"/>
            <a:miter lim="800000"/>
            <a:headEnd type="none" w="sm" len="sm"/>
            <a:tailEnd type="none" w="sm" len="sm"/>
          </a:ln>
        </p:spPr>
      </p:cxnSp>
      <p:sp>
        <p:nvSpPr>
          <p:cNvPr id="224" name="Google Shape;224;p47"/>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5" name="Google Shape;225;p47"/>
          <p:cNvSpPr txBox="1">
            <a:spLocks noGrp="1"/>
          </p:cNvSpPr>
          <p:nvPr>
            <p:ph type="ftr" idx="11"/>
          </p:nvPr>
        </p:nvSpPr>
        <p:spPr>
          <a:xfrm rot="-5400000" flipH="1">
            <a:off x="10292565"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6" name="Google Shape;226;p47"/>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matchingName="Content with Picture 11">
  <p:cSld name="Content with Picture 11">
    <p:spTree>
      <p:nvGrpSpPr>
        <p:cNvPr id="1" name="Shape 227"/>
        <p:cNvGrpSpPr/>
        <p:nvPr/>
      </p:nvGrpSpPr>
      <p:grpSpPr>
        <a:xfrm>
          <a:off x="0" y="0"/>
          <a:ext cx="0" cy="0"/>
          <a:chOff x="0" y="0"/>
          <a:chExt cx="0" cy="0"/>
        </a:xfrm>
      </p:grpSpPr>
      <p:sp>
        <p:nvSpPr>
          <p:cNvPr id="228" name="Google Shape;228;p48"/>
          <p:cNvSpPr txBox="1">
            <a:spLocks noGrp="1"/>
          </p:cNvSpPr>
          <p:nvPr>
            <p:ph type="title"/>
          </p:nvPr>
        </p:nvSpPr>
        <p:spPr>
          <a:xfrm>
            <a:off x="731520" y="583413"/>
            <a:ext cx="3401568" cy="152704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9" name="Google Shape;229;p48"/>
          <p:cNvSpPr txBox="1">
            <a:spLocks noGrp="1"/>
          </p:cNvSpPr>
          <p:nvPr>
            <p:ph type="body" idx="1"/>
          </p:nvPr>
        </p:nvSpPr>
        <p:spPr>
          <a:xfrm>
            <a:off x="731520" y="2212975"/>
            <a:ext cx="3401568" cy="4095750"/>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440"/>
              <a:buNone/>
              <a:defRPr>
                <a:solidFill>
                  <a:schemeClr val="dk1"/>
                </a:solidFill>
              </a:defRPr>
            </a:lvl1pPr>
            <a:lvl2pPr marL="914400" lvl="1" indent="-309880" algn="l">
              <a:lnSpc>
                <a:spcPct val="110000"/>
              </a:lnSpc>
              <a:spcBef>
                <a:spcPts val="500"/>
              </a:spcBef>
              <a:spcAft>
                <a:spcPts val="0"/>
              </a:spcAft>
              <a:buClr>
                <a:schemeClr val="dk1"/>
              </a:buClr>
              <a:buSzPts val="1280"/>
              <a:buChar char="–"/>
              <a:defRPr>
                <a:solidFill>
                  <a:schemeClr val="dk1"/>
                </a:solidFill>
              </a:defRPr>
            </a:lvl2pPr>
            <a:lvl3pPr marL="1371600" lvl="2" indent="-299719" algn="l">
              <a:lnSpc>
                <a:spcPct val="110000"/>
              </a:lnSpc>
              <a:spcBef>
                <a:spcPts val="500"/>
              </a:spcBef>
              <a:spcAft>
                <a:spcPts val="0"/>
              </a:spcAft>
              <a:buClr>
                <a:schemeClr val="dk1"/>
              </a:buClr>
              <a:buSzPts val="1120"/>
              <a:buChar char="•"/>
              <a:defRPr>
                <a:solidFill>
                  <a:schemeClr val="dk1"/>
                </a:solidFill>
              </a:defRPr>
            </a:lvl3pPr>
            <a:lvl4pPr marL="1828800" lvl="3" indent="-299719" algn="l">
              <a:lnSpc>
                <a:spcPct val="110000"/>
              </a:lnSpc>
              <a:spcBef>
                <a:spcPts val="500"/>
              </a:spcBef>
              <a:spcAft>
                <a:spcPts val="0"/>
              </a:spcAft>
              <a:buClr>
                <a:schemeClr val="dk1"/>
              </a:buClr>
              <a:buSzPts val="1120"/>
              <a:buChar char="–"/>
              <a:defRPr>
                <a:solidFill>
                  <a:schemeClr val="dk1"/>
                </a:solidFill>
              </a:defRPr>
            </a:lvl4pPr>
            <a:lvl5pPr marL="2286000" lvl="4" indent="-299720" algn="l">
              <a:lnSpc>
                <a:spcPct val="110000"/>
              </a:lnSpc>
              <a:spcBef>
                <a:spcPts val="500"/>
              </a:spcBef>
              <a:spcAft>
                <a:spcPts val="0"/>
              </a:spcAft>
              <a:buClr>
                <a:schemeClr val="dk1"/>
              </a:buClr>
              <a:buSzPts val="1120"/>
              <a:buChar char="•"/>
              <a:defRPr>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30" name="Google Shape;230;p48"/>
          <p:cNvPicPr preferRelativeResize="0">
            <a:picLocks noGrp="1"/>
          </p:cNvPicPr>
          <p:nvPr>
            <p:ph type="pic" idx="2"/>
          </p:nvPr>
        </p:nvPicPr>
        <p:blipFill/>
        <p:spPr>
          <a:xfrm>
            <a:off x="4761780" y="0"/>
            <a:ext cx="7430219" cy="6858000"/>
          </a:xfrm>
          <a:prstGeom prst="rect">
            <a:avLst/>
          </a:prstGeom>
          <a:blipFill rotWithShape="1">
            <a:blip r:embed="rId2">
              <a:alphaModFix amt="70000"/>
            </a:blip>
            <a:stretch>
              <a:fillRect/>
            </a:stretch>
          </a:blipFill>
          <a:ln>
            <a:noFill/>
          </a:ln>
        </p:spPr>
      </p:pic>
      <p:cxnSp>
        <p:nvCxnSpPr>
          <p:cNvPr id="231" name="Google Shape;231;p48"/>
          <p:cNvCxnSpPr/>
          <p:nvPr/>
        </p:nvCxnSpPr>
        <p:spPr>
          <a:xfrm>
            <a:off x="4748153" y="0"/>
            <a:ext cx="0" cy="6858000"/>
          </a:xfrm>
          <a:prstGeom prst="straightConnector1">
            <a:avLst/>
          </a:prstGeom>
          <a:noFill/>
          <a:ln w="9525" cap="flat" cmpd="sng">
            <a:solidFill>
              <a:schemeClr val="dk1"/>
            </a:solidFill>
            <a:prstDash val="solid"/>
            <a:miter lim="800000"/>
            <a:headEnd type="none" w="sm" len="sm"/>
            <a:tailEnd type="none" w="sm" len="sm"/>
          </a:ln>
        </p:spPr>
      </p:cxnSp>
      <p:sp>
        <p:nvSpPr>
          <p:cNvPr id="232" name="Google Shape;232;p48"/>
          <p:cNvSpPr txBox="1">
            <a:spLocks noGrp="1"/>
          </p:cNvSpPr>
          <p:nvPr>
            <p:ph type="dt" idx="10"/>
          </p:nvPr>
        </p:nvSpPr>
        <p:spPr>
          <a:xfrm rot="5400000">
            <a:off x="-997745"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3" name="Google Shape;233;p48"/>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4" name="Google Shape;234;p48"/>
          <p:cNvSpPr txBox="1">
            <a:spLocks noGrp="1"/>
          </p:cNvSpPr>
          <p:nvPr>
            <p:ph type="sldNum" idx="12"/>
          </p:nvPr>
        </p:nvSpPr>
        <p:spPr>
          <a:xfrm>
            <a:off x="51117"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matchingName="Content with Picture 12">
  <p:cSld name="Content with Picture 12">
    <p:spTree>
      <p:nvGrpSpPr>
        <p:cNvPr id="1" name="Shape 235"/>
        <p:cNvGrpSpPr/>
        <p:nvPr/>
      </p:nvGrpSpPr>
      <p:grpSpPr>
        <a:xfrm>
          <a:off x="0" y="0"/>
          <a:ext cx="0" cy="0"/>
          <a:chOff x="0" y="0"/>
          <a:chExt cx="0" cy="0"/>
        </a:xfrm>
      </p:grpSpPr>
      <p:sp>
        <p:nvSpPr>
          <p:cNvPr id="236" name="Google Shape;236;p49"/>
          <p:cNvSpPr txBox="1">
            <a:spLocks noGrp="1"/>
          </p:cNvSpPr>
          <p:nvPr>
            <p:ph type="title"/>
          </p:nvPr>
        </p:nvSpPr>
        <p:spPr>
          <a:xfrm>
            <a:off x="731520" y="5012268"/>
            <a:ext cx="3739896" cy="1390330"/>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3200"/>
              <a:buFont typeface="Arial"/>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37" name="Google Shape;237;p49"/>
          <p:cNvPicPr preferRelativeResize="0">
            <a:picLocks noGrp="1"/>
          </p:cNvPicPr>
          <p:nvPr>
            <p:ph type="pic" idx="2"/>
          </p:nvPr>
        </p:nvPicPr>
        <p:blipFill/>
        <p:spPr>
          <a:xfrm>
            <a:off x="-1" y="0"/>
            <a:ext cx="12192000" cy="4635132"/>
          </a:xfrm>
          <a:prstGeom prst="rect">
            <a:avLst/>
          </a:prstGeom>
          <a:blipFill rotWithShape="1">
            <a:blip r:embed="rId2">
              <a:alphaModFix amt="70000"/>
            </a:blip>
            <a:stretch>
              <a:fillRect/>
            </a:stretch>
          </a:blipFill>
          <a:ln>
            <a:noFill/>
          </a:ln>
        </p:spPr>
      </p:pic>
      <p:sp>
        <p:nvSpPr>
          <p:cNvPr id="238" name="Google Shape;238;p49"/>
          <p:cNvSpPr txBox="1">
            <a:spLocks noGrp="1"/>
          </p:cNvSpPr>
          <p:nvPr>
            <p:ph type="ftr" idx="11"/>
          </p:nvPr>
        </p:nvSpPr>
        <p:spPr>
          <a:xfrm rot="-5400000">
            <a:off x="-499001" y="5684309"/>
            <a:ext cx="170920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9" name="Google Shape;239;p49"/>
          <p:cNvSpPr txBox="1">
            <a:spLocks noGrp="1"/>
          </p:cNvSpPr>
          <p:nvPr>
            <p:ph type="body" idx="1"/>
          </p:nvPr>
        </p:nvSpPr>
        <p:spPr>
          <a:xfrm>
            <a:off x="4846320" y="5012267"/>
            <a:ext cx="6400800" cy="1390330"/>
          </a:xfrm>
          <a:prstGeom prst="rect">
            <a:avLst/>
          </a:prstGeom>
          <a:noFill/>
          <a:ln>
            <a:noFill/>
          </a:ln>
        </p:spPr>
        <p:txBody>
          <a:bodyPr spcFirstLastPara="1" wrap="square" lIns="91425" tIns="45700" rIns="91425" bIns="45700" anchor="t" anchorCtr="0">
            <a:noAutofit/>
          </a:bodyPr>
          <a:lstStyle>
            <a:lvl1pPr marL="457200" lvl="0" indent="-228600" algn="l">
              <a:lnSpc>
                <a:spcPct val="110000"/>
              </a:lnSpc>
              <a:spcBef>
                <a:spcPts val="1000"/>
              </a:spcBef>
              <a:spcAft>
                <a:spcPts val="0"/>
              </a:spcAft>
              <a:buClr>
                <a:schemeClr val="dk1"/>
              </a:buClr>
              <a:buSzPts val="1440"/>
              <a:buFont typeface="Arial"/>
              <a:buNone/>
              <a:defRPr sz="1800">
                <a:solidFill>
                  <a:schemeClr val="dk1"/>
                </a:solidFill>
              </a:defRPr>
            </a:lvl1pPr>
            <a:lvl2pPr marL="914400" lvl="1" indent="-228600" algn="l">
              <a:lnSpc>
                <a:spcPct val="110000"/>
              </a:lnSpc>
              <a:spcBef>
                <a:spcPts val="500"/>
              </a:spcBef>
              <a:spcAft>
                <a:spcPts val="0"/>
              </a:spcAft>
              <a:buClr>
                <a:schemeClr val="dk1"/>
              </a:buClr>
              <a:buSzPts val="1280"/>
              <a:buFont typeface="Arial"/>
              <a:buNone/>
              <a:defRPr sz="1600">
                <a:solidFill>
                  <a:schemeClr val="dk1"/>
                </a:solidFill>
              </a:defRPr>
            </a:lvl2pPr>
            <a:lvl3pPr marL="1371600" lvl="2" indent="-228600" algn="l">
              <a:lnSpc>
                <a:spcPct val="110000"/>
              </a:lnSpc>
              <a:spcBef>
                <a:spcPts val="500"/>
              </a:spcBef>
              <a:spcAft>
                <a:spcPts val="0"/>
              </a:spcAft>
              <a:buClr>
                <a:schemeClr val="dk1"/>
              </a:buClr>
              <a:buSzPts val="1120"/>
              <a:buFont typeface="Arial"/>
              <a:buNone/>
              <a:defRPr sz="1400">
                <a:solidFill>
                  <a:schemeClr val="dk1"/>
                </a:solidFill>
              </a:defRPr>
            </a:lvl3pPr>
            <a:lvl4pPr marL="1828800" lvl="3" indent="-228600" algn="l">
              <a:lnSpc>
                <a:spcPct val="110000"/>
              </a:lnSpc>
              <a:spcBef>
                <a:spcPts val="500"/>
              </a:spcBef>
              <a:spcAft>
                <a:spcPts val="0"/>
              </a:spcAft>
              <a:buClr>
                <a:schemeClr val="dk1"/>
              </a:buClr>
              <a:buSzPts val="960"/>
              <a:buFont typeface="Arial"/>
              <a:buNone/>
              <a:defRPr sz="1200">
                <a:solidFill>
                  <a:schemeClr val="dk1"/>
                </a:solidFill>
              </a:defRPr>
            </a:lvl4pPr>
            <a:lvl5pPr marL="2286000" lvl="4" indent="-228600" algn="l">
              <a:lnSpc>
                <a:spcPct val="110000"/>
              </a:lnSpc>
              <a:spcBef>
                <a:spcPts val="500"/>
              </a:spcBef>
              <a:spcAft>
                <a:spcPts val="0"/>
              </a:spcAft>
              <a:buClr>
                <a:schemeClr val="dk1"/>
              </a:buClr>
              <a:buSzPts val="880"/>
              <a:buFont typeface="Arial"/>
              <a:buNone/>
              <a:defRPr sz="110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0" name="Google Shape;240;p49"/>
          <p:cNvSpPr txBox="1">
            <a:spLocks noGrp="1"/>
          </p:cNvSpPr>
          <p:nvPr>
            <p:ph type="dt" idx="10"/>
          </p:nvPr>
        </p:nvSpPr>
        <p:spPr>
          <a:xfrm rot="5400000">
            <a:off x="11173959" y="5435073"/>
            <a:ext cx="1210734"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1" name="Google Shape;241;p49"/>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cxnSp>
        <p:nvCxnSpPr>
          <p:cNvPr id="242" name="Google Shape;242;p49"/>
          <p:cNvCxnSpPr/>
          <p:nvPr/>
        </p:nvCxnSpPr>
        <p:spPr>
          <a:xfrm rot="10800000">
            <a:off x="0" y="4638230"/>
            <a:ext cx="12191996" cy="0"/>
          </a:xfrm>
          <a:prstGeom prst="straightConnector1">
            <a:avLst/>
          </a:prstGeom>
          <a:noFill/>
          <a:ln w="9525" cap="flat" cmpd="sng">
            <a:solidFill>
              <a:schemeClr val="dk1"/>
            </a:solidFill>
            <a:prstDash val="solid"/>
            <a:miter lim="800000"/>
            <a:headEnd type="none" w="sm" len="sm"/>
            <a:tailEnd type="none" w="sm" len="sm"/>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matchingName="Content with Picture 13">
  <p:cSld name="Content with Picture 13">
    <p:spTree>
      <p:nvGrpSpPr>
        <p:cNvPr id="1" name="Shape 243"/>
        <p:cNvGrpSpPr/>
        <p:nvPr/>
      </p:nvGrpSpPr>
      <p:grpSpPr>
        <a:xfrm>
          <a:off x="0" y="0"/>
          <a:ext cx="0" cy="0"/>
          <a:chOff x="0" y="0"/>
          <a:chExt cx="0" cy="0"/>
        </a:xfrm>
      </p:grpSpPr>
      <p:sp>
        <p:nvSpPr>
          <p:cNvPr id="244" name="Google Shape;244;p50"/>
          <p:cNvSpPr txBox="1">
            <a:spLocks noGrp="1"/>
          </p:cNvSpPr>
          <p:nvPr>
            <p:ph type="title"/>
          </p:nvPr>
        </p:nvSpPr>
        <p:spPr>
          <a:xfrm>
            <a:off x="731520" y="4162317"/>
            <a:ext cx="2953618" cy="1892808"/>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3200"/>
              <a:buFont typeface="Arial"/>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45" name="Google Shape;245;p50"/>
          <p:cNvPicPr preferRelativeResize="0">
            <a:picLocks noGrp="1"/>
          </p:cNvPicPr>
          <p:nvPr>
            <p:ph type="pic" idx="2"/>
          </p:nvPr>
        </p:nvPicPr>
        <p:blipFill/>
        <p:spPr>
          <a:xfrm>
            <a:off x="-1" y="0"/>
            <a:ext cx="12192000" cy="3778270"/>
          </a:xfrm>
          <a:prstGeom prst="rect">
            <a:avLst/>
          </a:prstGeom>
          <a:blipFill rotWithShape="1">
            <a:blip r:embed="rId2">
              <a:alphaModFix amt="70000"/>
            </a:blip>
            <a:stretch>
              <a:fillRect/>
            </a:stretch>
          </a:blipFill>
          <a:ln>
            <a:noFill/>
          </a:ln>
        </p:spPr>
      </p:pic>
      <p:cxnSp>
        <p:nvCxnSpPr>
          <p:cNvPr id="246" name="Google Shape;246;p50"/>
          <p:cNvCxnSpPr/>
          <p:nvPr/>
        </p:nvCxnSpPr>
        <p:spPr>
          <a:xfrm rot="10800000">
            <a:off x="0" y="3784300"/>
            <a:ext cx="12191996" cy="0"/>
          </a:xfrm>
          <a:prstGeom prst="straightConnector1">
            <a:avLst/>
          </a:prstGeom>
          <a:noFill/>
          <a:ln w="9525" cap="flat" cmpd="sng">
            <a:solidFill>
              <a:schemeClr val="dk1"/>
            </a:solidFill>
            <a:prstDash val="solid"/>
            <a:miter lim="800000"/>
            <a:headEnd type="none" w="sm" len="sm"/>
            <a:tailEnd type="none" w="sm" len="sm"/>
          </a:ln>
        </p:spPr>
      </p:cxnSp>
      <p:sp>
        <p:nvSpPr>
          <p:cNvPr id="247" name="Google Shape;247;p50"/>
          <p:cNvSpPr txBox="1">
            <a:spLocks noGrp="1"/>
          </p:cNvSpPr>
          <p:nvPr>
            <p:ph type="ftr" idx="11"/>
          </p:nvPr>
        </p:nvSpPr>
        <p:spPr>
          <a:xfrm rot="-5400000" flipH="1">
            <a:off x="-923978" y="5259333"/>
            <a:ext cx="2559157"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8" name="Google Shape;248;p50"/>
          <p:cNvSpPr txBox="1">
            <a:spLocks noGrp="1"/>
          </p:cNvSpPr>
          <p:nvPr>
            <p:ph type="body" idx="1"/>
          </p:nvPr>
        </p:nvSpPr>
        <p:spPr>
          <a:xfrm>
            <a:off x="3840480" y="4162318"/>
            <a:ext cx="7589520" cy="2240280"/>
          </a:xfrm>
          <a:prstGeom prst="rect">
            <a:avLst/>
          </a:prstGeom>
          <a:noFill/>
          <a:ln>
            <a:noFill/>
          </a:ln>
        </p:spPr>
        <p:txBody>
          <a:bodyPr spcFirstLastPara="1" wrap="square" lIns="91425" tIns="45700" rIns="91425" bIns="45700" anchor="t" anchorCtr="0">
            <a:noAutofit/>
          </a:bodyPr>
          <a:lstStyle>
            <a:lvl1pPr marL="457200" lvl="0" indent="-228600" algn="l">
              <a:lnSpc>
                <a:spcPct val="110000"/>
              </a:lnSpc>
              <a:spcBef>
                <a:spcPts val="1000"/>
              </a:spcBef>
              <a:spcAft>
                <a:spcPts val="0"/>
              </a:spcAft>
              <a:buClr>
                <a:schemeClr val="dk1"/>
              </a:buClr>
              <a:buSzPts val="1440"/>
              <a:buFont typeface="Arial"/>
              <a:buNone/>
              <a:defRPr sz="1800">
                <a:solidFill>
                  <a:schemeClr val="dk1"/>
                </a:solidFill>
              </a:defRPr>
            </a:lvl1pPr>
            <a:lvl2pPr marL="914400" lvl="1" indent="-309880" algn="l">
              <a:lnSpc>
                <a:spcPct val="110000"/>
              </a:lnSpc>
              <a:spcBef>
                <a:spcPts val="500"/>
              </a:spcBef>
              <a:spcAft>
                <a:spcPts val="0"/>
              </a:spcAft>
              <a:buClr>
                <a:schemeClr val="dk1"/>
              </a:buClr>
              <a:buSzPts val="1280"/>
              <a:buFont typeface="Arial"/>
              <a:buChar char="•"/>
              <a:defRPr sz="1600">
                <a:solidFill>
                  <a:schemeClr val="dk1"/>
                </a:solidFill>
              </a:defRPr>
            </a:lvl2pPr>
            <a:lvl3pPr marL="1371600" lvl="2" indent="-299719" algn="l">
              <a:lnSpc>
                <a:spcPct val="110000"/>
              </a:lnSpc>
              <a:spcBef>
                <a:spcPts val="500"/>
              </a:spcBef>
              <a:spcAft>
                <a:spcPts val="0"/>
              </a:spcAft>
              <a:buClr>
                <a:schemeClr val="dk1"/>
              </a:buClr>
              <a:buSzPts val="1120"/>
              <a:buFont typeface="Arial"/>
              <a:buChar char="•"/>
              <a:defRPr sz="1400">
                <a:solidFill>
                  <a:schemeClr val="dk1"/>
                </a:solidFill>
              </a:defRPr>
            </a:lvl3pPr>
            <a:lvl4pPr marL="1828800" lvl="3" indent="-289560" algn="l">
              <a:lnSpc>
                <a:spcPct val="110000"/>
              </a:lnSpc>
              <a:spcBef>
                <a:spcPts val="500"/>
              </a:spcBef>
              <a:spcAft>
                <a:spcPts val="0"/>
              </a:spcAft>
              <a:buClr>
                <a:schemeClr val="dk1"/>
              </a:buClr>
              <a:buSzPts val="960"/>
              <a:buFont typeface="Arial"/>
              <a:buChar char="•"/>
              <a:defRPr sz="1200">
                <a:solidFill>
                  <a:schemeClr val="dk1"/>
                </a:solidFill>
              </a:defRPr>
            </a:lvl4pPr>
            <a:lvl5pPr marL="2286000" lvl="4" indent="-284479" algn="l">
              <a:lnSpc>
                <a:spcPct val="110000"/>
              </a:lnSpc>
              <a:spcBef>
                <a:spcPts val="500"/>
              </a:spcBef>
              <a:spcAft>
                <a:spcPts val="0"/>
              </a:spcAft>
              <a:buClr>
                <a:schemeClr val="dk1"/>
              </a:buClr>
              <a:buSzPts val="880"/>
              <a:buFont typeface="Arial"/>
              <a:buChar char="•"/>
              <a:defRPr sz="110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9" name="Google Shape;249;p50"/>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0" name="Google Shape;250;p50"/>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matchingName="Content with Picture 14">
  <p:cSld name="Content with Picture 14">
    <p:spTree>
      <p:nvGrpSpPr>
        <p:cNvPr id="1" name="Shape 251"/>
        <p:cNvGrpSpPr/>
        <p:nvPr/>
      </p:nvGrpSpPr>
      <p:grpSpPr>
        <a:xfrm>
          <a:off x="0" y="0"/>
          <a:ext cx="0" cy="0"/>
          <a:chOff x="0" y="0"/>
          <a:chExt cx="0" cy="0"/>
        </a:xfrm>
      </p:grpSpPr>
      <p:sp>
        <p:nvSpPr>
          <p:cNvPr id="252" name="Google Shape;252;p51"/>
          <p:cNvSpPr txBox="1">
            <a:spLocks noGrp="1"/>
          </p:cNvSpPr>
          <p:nvPr>
            <p:ph type="title"/>
          </p:nvPr>
        </p:nvSpPr>
        <p:spPr>
          <a:xfrm>
            <a:off x="731520" y="813647"/>
            <a:ext cx="2953618" cy="189280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3" name="Google Shape;253;p51"/>
          <p:cNvSpPr txBox="1">
            <a:spLocks noGrp="1"/>
          </p:cNvSpPr>
          <p:nvPr>
            <p:ph type="ftr" idx="11"/>
          </p:nvPr>
        </p:nvSpPr>
        <p:spPr>
          <a:xfrm rot="-5400000" flipH="1">
            <a:off x="-853249" y="1315045"/>
            <a:ext cx="2417698"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4" name="Google Shape;254;p51"/>
          <p:cNvSpPr txBox="1">
            <a:spLocks noGrp="1"/>
          </p:cNvSpPr>
          <p:nvPr>
            <p:ph type="body" idx="1"/>
          </p:nvPr>
        </p:nvSpPr>
        <p:spPr>
          <a:xfrm>
            <a:off x="3977640" y="466175"/>
            <a:ext cx="7409228" cy="2240280"/>
          </a:xfrm>
          <a:prstGeom prst="rect">
            <a:avLst/>
          </a:prstGeom>
          <a:noFill/>
          <a:ln>
            <a:noFill/>
          </a:ln>
        </p:spPr>
        <p:txBody>
          <a:bodyPr spcFirstLastPara="1" wrap="square" lIns="91425" tIns="45700" rIns="91425" bIns="45700" anchor="b" anchorCtr="0">
            <a:noAutofit/>
          </a:bodyPr>
          <a:lstStyle>
            <a:lvl1pPr marL="457200" lvl="0" indent="-228600" algn="l">
              <a:lnSpc>
                <a:spcPct val="110000"/>
              </a:lnSpc>
              <a:spcBef>
                <a:spcPts val="1000"/>
              </a:spcBef>
              <a:spcAft>
                <a:spcPts val="0"/>
              </a:spcAft>
              <a:buClr>
                <a:schemeClr val="dk1"/>
              </a:buClr>
              <a:buSzPts val="1440"/>
              <a:buFont typeface="Arial"/>
              <a:buNone/>
              <a:defRPr sz="1800">
                <a:solidFill>
                  <a:schemeClr val="dk1"/>
                </a:solidFill>
              </a:defRPr>
            </a:lvl1pPr>
            <a:lvl2pPr marL="914400" lvl="1" indent="-309880" algn="l">
              <a:lnSpc>
                <a:spcPct val="110000"/>
              </a:lnSpc>
              <a:spcBef>
                <a:spcPts val="500"/>
              </a:spcBef>
              <a:spcAft>
                <a:spcPts val="0"/>
              </a:spcAft>
              <a:buClr>
                <a:schemeClr val="dk1"/>
              </a:buClr>
              <a:buSzPts val="1280"/>
              <a:buFont typeface="Arial"/>
              <a:buChar char="•"/>
              <a:defRPr sz="1600">
                <a:solidFill>
                  <a:schemeClr val="dk1"/>
                </a:solidFill>
              </a:defRPr>
            </a:lvl2pPr>
            <a:lvl3pPr marL="1371600" lvl="2" indent="-299719" algn="l">
              <a:lnSpc>
                <a:spcPct val="110000"/>
              </a:lnSpc>
              <a:spcBef>
                <a:spcPts val="500"/>
              </a:spcBef>
              <a:spcAft>
                <a:spcPts val="0"/>
              </a:spcAft>
              <a:buClr>
                <a:schemeClr val="dk1"/>
              </a:buClr>
              <a:buSzPts val="1120"/>
              <a:buFont typeface="Arial"/>
              <a:buChar char="•"/>
              <a:defRPr sz="1400">
                <a:solidFill>
                  <a:schemeClr val="dk1"/>
                </a:solidFill>
              </a:defRPr>
            </a:lvl3pPr>
            <a:lvl4pPr marL="1828800" lvl="3" indent="-289560" algn="l">
              <a:lnSpc>
                <a:spcPct val="110000"/>
              </a:lnSpc>
              <a:spcBef>
                <a:spcPts val="500"/>
              </a:spcBef>
              <a:spcAft>
                <a:spcPts val="0"/>
              </a:spcAft>
              <a:buClr>
                <a:schemeClr val="dk1"/>
              </a:buClr>
              <a:buSzPts val="960"/>
              <a:buFont typeface="Arial"/>
              <a:buChar char="•"/>
              <a:defRPr sz="1200">
                <a:solidFill>
                  <a:schemeClr val="dk1"/>
                </a:solidFill>
              </a:defRPr>
            </a:lvl4pPr>
            <a:lvl5pPr marL="2286000" lvl="4" indent="-284479" algn="l">
              <a:lnSpc>
                <a:spcPct val="110000"/>
              </a:lnSpc>
              <a:spcBef>
                <a:spcPts val="500"/>
              </a:spcBef>
              <a:spcAft>
                <a:spcPts val="0"/>
              </a:spcAft>
              <a:buClr>
                <a:schemeClr val="dk1"/>
              </a:buClr>
              <a:buSzPts val="880"/>
              <a:buFont typeface="Arial"/>
              <a:buChar char="•"/>
              <a:defRPr sz="110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5" name="Google Shape;255;p51"/>
          <p:cNvSpPr txBox="1">
            <a:spLocks noGrp="1"/>
          </p:cNvSpPr>
          <p:nvPr>
            <p:ph type="dt" idx="10"/>
          </p:nvPr>
        </p:nvSpPr>
        <p:spPr>
          <a:xfrm rot="5400000">
            <a:off x="10902234" y="1160706"/>
            <a:ext cx="1754184"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6" name="Google Shape;256;p51"/>
          <p:cNvSpPr txBox="1">
            <a:spLocks noGrp="1"/>
          </p:cNvSpPr>
          <p:nvPr>
            <p:ph type="sldNum" idx="12"/>
          </p:nvPr>
        </p:nvSpPr>
        <p:spPr>
          <a:xfrm>
            <a:off x="11512296" y="2353708"/>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pic>
        <p:nvPicPr>
          <p:cNvPr id="257" name="Google Shape;257;p51"/>
          <p:cNvPicPr preferRelativeResize="0">
            <a:picLocks noGrp="1"/>
          </p:cNvPicPr>
          <p:nvPr>
            <p:ph type="pic" idx="2"/>
          </p:nvPr>
        </p:nvPicPr>
        <p:blipFill/>
        <p:spPr>
          <a:xfrm>
            <a:off x="-1" y="3079730"/>
            <a:ext cx="12192000" cy="3778270"/>
          </a:xfrm>
          <a:prstGeom prst="rect">
            <a:avLst/>
          </a:prstGeom>
          <a:blipFill rotWithShape="1">
            <a:blip r:embed="rId2">
              <a:alphaModFix amt="70000"/>
            </a:blip>
            <a:stretch>
              <a:fillRect/>
            </a:stretch>
          </a:blipFill>
          <a:ln>
            <a:noFill/>
          </a:ln>
        </p:spPr>
      </p:pic>
      <p:cxnSp>
        <p:nvCxnSpPr>
          <p:cNvPr id="258" name="Google Shape;258;p51"/>
          <p:cNvCxnSpPr/>
          <p:nvPr/>
        </p:nvCxnSpPr>
        <p:spPr>
          <a:xfrm rot="10800000">
            <a:off x="0" y="3071719"/>
            <a:ext cx="12191996" cy="0"/>
          </a:xfrm>
          <a:prstGeom prst="straightConnector1">
            <a:avLst/>
          </a:prstGeom>
          <a:noFill/>
          <a:ln w="9525" cap="flat" cmpd="sng">
            <a:solidFill>
              <a:schemeClr val="dk1"/>
            </a:solidFill>
            <a:prstDash val="solid"/>
            <a:miter lim="800000"/>
            <a:headEnd type="none" w="sm" len="sm"/>
            <a:tailEnd type="none" w="sm" len="sm"/>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matchingName="Content with Picture 15">
  <p:cSld name="Content with Picture 15">
    <p:spTree>
      <p:nvGrpSpPr>
        <p:cNvPr id="1" name="Shape 259"/>
        <p:cNvGrpSpPr/>
        <p:nvPr/>
      </p:nvGrpSpPr>
      <p:grpSpPr>
        <a:xfrm>
          <a:off x="0" y="0"/>
          <a:ext cx="0" cy="0"/>
          <a:chOff x="0" y="0"/>
          <a:chExt cx="0" cy="0"/>
        </a:xfrm>
      </p:grpSpPr>
      <p:sp>
        <p:nvSpPr>
          <p:cNvPr id="260" name="Google Shape;260;p52"/>
          <p:cNvSpPr txBox="1">
            <a:spLocks noGrp="1"/>
          </p:cNvSpPr>
          <p:nvPr>
            <p:ph type="title"/>
          </p:nvPr>
        </p:nvSpPr>
        <p:spPr>
          <a:xfrm>
            <a:off x="640080" y="5577840"/>
            <a:ext cx="10972802" cy="970463"/>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4400"/>
              <a:buFont typeface="Arial"/>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1" name="Google Shape;261;p52"/>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262" name="Google Shape;262;p52"/>
          <p:cNvPicPr preferRelativeResize="0">
            <a:picLocks noGrp="1"/>
          </p:cNvPicPr>
          <p:nvPr>
            <p:ph type="pic" idx="2"/>
          </p:nvPr>
        </p:nvPicPr>
        <p:blipFill/>
        <p:spPr>
          <a:xfrm>
            <a:off x="640080" y="365760"/>
            <a:ext cx="5898743" cy="4425696"/>
          </a:xfrm>
          <a:prstGeom prst="rect">
            <a:avLst/>
          </a:prstGeom>
          <a:blipFill rotWithShape="1">
            <a:blip r:embed="rId2">
              <a:alphaModFix amt="71000"/>
            </a:blip>
            <a:stretch>
              <a:fillRect/>
            </a:stretch>
          </a:blipFill>
          <a:ln w="9525" cap="flat" cmpd="sng">
            <a:solidFill>
              <a:schemeClr val="dk1"/>
            </a:solidFill>
            <a:prstDash val="solid"/>
            <a:round/>
            <a:headEnd type="none" w="sm" len="sm"/>
            <a:tailEnd type="none" w="sm" len="sm"/>
          </a:ln>
        </p:spPr>
      </p:pic>
      <p:sp>
        <p:nvSpPr>
          <p:cNvPr id="263" name="Google Shape;263;p52"/>
          <p:cNvSpPr txBox="1">
            <a:spLocks noGrp="1"/>
          </p:cNvSpPr>
          <p:nvPr>
            <p:ph type="body" idx="1"/>
          </p:nvPr>
        </p:nvSpPr>
        <p:spPr>
          <a:xfrm>
            <a:off x="6950303" y="365760"/>
            <a:ext cx="4571137" cy="4428871"/>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Clr>
                <a:schemeClr val="dk1"/>
              </a:buClr>
              <a:buSzPts val="1440"/>
              <a:buNone/>
              <a:defRPr>
                <a:solidFill>
                  <a:schemeClr val="dk1"/>
                </a:solidFill>
              </a:defRPr>
            </a:lvl1pPr>
            <a:lvl2pPr marL="914400" lvl="1" indent="-309880" algn="l">
              <a:lnSpc>
                <a:spcPct val="110000"/>
              </a:lnSpc>
              <a:spcBef>
                <a:spcPts val="500"/>
              </a:spcBef>
              <a:spcAft>
                <a:spcPts val="0"/>
              </a:spcAft>
              <a:buClr>
                <a:schemeClr val="dk1"/>
              </a:buClr>
              <a:buSzPts val="1280"/>
              <a:buChar char="–"/>
              <a:defRPr>
                <a:solidFill>
                  <a:schemeClr val="dk1"/>
                </a:solidFill>
              </a:defRPr>
            </a:lvl2pPr>
            <a:lvl3pPr marL="1371600" lvl="2" indent="-299719" algn="l">
              <a:lnSpc>
                <a:spcPct val="110000"/>
              </a:lnSpc>
              <a:spcBef>
                <a:spcPts val="500"/>
              </a:spcBef>
              <a:spcAft>
                <a:spcPts val="0"/>
              </a:spcAft>
              <a:buClr>
                <a:schemeClr val="dk1"/>
              </a:buClr>
              <a:buSzPts val="1120"/>
              <a:buChar char="•"/>
              <a:defRPr>
                <a:solidFill>
                  <a:schemeClr val="dk1"/>
                </a:solidFill>
              </a:defRPr>
            </a:lvl3pPr>
            <a:lvl4pPr marL="1828800" lvl="3" indent="-299719" algn="l">
              <a:lnSpc>
                <a:spcPct val="110000"/>
              </a:lnSpc>
              <a:spcBef>
                <a:spcPts val="500"/>
              </a:spcBef>
              <a:spcAft>
                <a:spcPts val="0"/>
              </a:spcAft>
              <a:buClr>
                <a:schemeClr val="dk1"/>
              </a:buClr>
              <a:buSzPts val="1120"/>
              <a:buChar char="–"/>
              <a:defRPr>
                <a:solidFill>
                  <a:schemeClr val="dk1"/>
                </a:solidFill>
              </a:defRPr>
            </a:lvl4pPr>
            <a:lvl5pPr marL="2286000" lvl="4" indent="-299720" algn="l">
              <a:lnSpc>
                <a:spcPct val="110000"/>
              </a:lnSpc>
              <a:spcBef>
                <a:spcPts val="500"/>
              </a:spcBef>
              <a:spcAft>
                <a:spcPts val="0"/>
              </a:spcAft>
              <a:buClr>
                <a:schemeClr val="dk1"/>
              </a:buClr>
              <a:buSzPts val="1120"/>
              <a:buChar char="•"/>
              <a:defRPr>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4" name="Google Shape;264;p52"/>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5" name="Google Shape;265;p52"/>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cxnSp>
        <p:nvCxnSpPr>
          <p:cNvPr id="266" name="Google Shape;266;p52"/>
          <p:cNvCxnSpPr/>
          <p:nvPr/>
        </p:nvCxnSpPr>
        <p:spPr>
          <a:xfrm rot="10800000">
            <a:off x="0" y="5212080"/>
            <a:ext cx="12191996" cy="0"/>
          </a:xfrm>
          <a:prstGeom prst="straightConnector1">
            <a:avLst/>
          </a:prstGeom>
          <a:noFill/>
          <a:ln w="9525" cap="flat" cmpd="sng">
            <a:solidFill>
              <a:schemeClr val="dk1"/>
            </a:solidFill>
            <a:prstDash val="solid"/>
            <a:miter lim="800000"/>
            <a:headEnd type="none" w="sm" len="sm"/>
            <a:tailEnd type="none" w="sm" len="sm"/>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matchingName="Content with Picture 16">
  <p:cSld name="Content with Picture 16">
    <p:spTree>
      <p:nvGrpSpPr>
        <p:cNvPr id="1" name="Shape 267"/>
        <p:cNvGrpSpPr/>
        <p:nvPr/>
      </p:nvGrpSpPr>
      <p:grpSpPr>
        <a:xfrm>
          <a:off x="0" y="0"/>
          <a:ext cx="0" cy="0"/>
          <a:chOff x="0" y="0"/>
          <a:chExt cx="0" cy="0"/>
        </a:xfrm>
      </p:grpSpPr>
      <p:sp>
        <p:nvSpPr>
          <p:cNvPr id="268" name="Google Shape;268;p53"/>
          <p:cNvSpPr txBox="1">
            <a:spLocks noGrp="1"/>
          </p:cNvSpPr>
          <p:nvPr>
            <p:ph type="title"/>
          </p:nvPr>
        </p:nvSpPr>
        <p:spPr>
          <a:xfrm>
            <a:off x="640080" y="4882896"/>
            <a:ext cx="3657603" cy="1453896"/>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chemeClr val="dk1"/>
              </a:buClr>
              <a:buSzPts val="3200"/>
              <a:buFont typeface="Arial"/>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9" name="Google Shape;269;p53"/>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270" name="Google Shape;270;p53"/>
          <p:cNvPicPr preferRelativeResize="0">
            <a:picLocks noGrp="1"/>
          </p:cNvPicPr>
          <p:nvPr>
            <p:ph type="pic" idx="2"/>
          </p:nvPr>
        </p:nvPicPr>
        <p:blipFill/>
        <p:spPr>
          <a:xfrm>
            <a:off x="731520" y="548642"/>
            <a:ext cx="3490175" cy="4041647"/>
          </a:xfrm>
          <a:prstGeom prst="rect">
            <a:avLst/>
          </a:prstGeom>
          <a:blipFill rotWithShape="1">
            <a:blip r:embed="rId2">
              <a:alphaModFix amt="81000"/>
            </a:blip>
            <a:stretch>
              <a:fillRect/>
            </a:stretch>
          </a:blipFill>
          <a:ln w="9525" cap="flat" cmpd="sng">
            <a:solidFill>
              <a:schemeClr val="dk1"/>
            </a:solidFill>
            <a:prstDash val="solid"/>
            <a:round/>
            <a:headEnd type="none" w="sm" len="sm"/>
            <a:tailEnd type="none" w="sm" len="sm"/>
          </a:ln>
        </p:spPr>
      </p:pic>
      <p:sp>
        <p:nvSpPr>
          <p:cNvPr id="271" name="Google Shape;271;p53"/>
          <p:cNvSpPr txBox="1">
            <a:spLocks noGrp="1"/>
          </p:cNvSpPr>
          <p:nvPr>
            <p:ph type="body" idx="1"/>
          </p:nvPr>
        </p:nvSpPr>
        <p:spPr>
          <a:xfrm>
            <a:off x="4937760" y="549275"/>
            <a:ext cx="6561138" cy="5759450"/>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440"/>
              <a:buNone/>
              <a:defRPr>
                <a:solidFill>
                  <a:schemeClr val="dk1"/>
                </a:solidFill>
              </a:defRPr>
            </a:lvl1pPr>
            <a:lvl2pPr marL="914400" lvl="1" indent="-309880" algn="l">
              <a:lnSpc>
                <a:spcPct val="110000"/>
              </a:lnSpc>
              <a:spcBef>
                <a:spcPts val="500"/>
              </a:spcBef>
              <a:spcAft>
                <a:spcPts val="0"/>
              </a:spcAft>
              <a:buClr>
                <a:schemeClr val="dk1"/>
              </a:buClr>
              <a:buSzPts val="1280"/>
              <a:buChar char="–"/>
              <a:defRPr>
                <a:solidFill>
                  <a:schemeClr val="dk1"/>
                </a:solidFill>
              </a:defRPr>
            </a:lvl2pPr>
            <a:lvl3pPr marL="1371600" lvl="2" indent="-299719" algn="l">
              <a:lnSpc>
                <a:spcPct val="110000"/>
              </a:lnSpc>
              <a:spcBef>
                <a:spcPts val="500"/>
              </a:spcBef>
              <a:spcAft>
                <a:spcPts val="0"/>
              </a:spcAft>
              <a:buClr>
                <a:schemeClr val="dk1"/>
              </a:buClr>
              <a:buSzPts val="1120"/>
              <a:buChar char="•"/>
              <a:defRPr>
                <a:solidFill>
                  <a:schemeClr val="dk1"/>
                </a:solidFill>
              </a:defRPr>
            </a:lvl3pPr>
            <a:lvl4pPr marL="1828800" lvl="3" indent="-299719" algn="l">
              <a:lnSpc>
                <a:spcPct val="110000"/>
              </a:lnSpc>
              <a:spcBef>
                <a:spcPts val="500"/>
              </a:spcBef>
              <a:spcAft>
                <a:spcPts val="0"/>
              </a:spcAft>
              <a:buClr>
                <a:schemeClr val="dk1"/>
              </a:buClr>
              <a:buSzPts val="1120"/>
              <a:buChar char="–"/>
              <a:defRPr>
                <a:solidFill>
                  <a:schemeClr val="dk1"/>
                </a:solidFill>
              </a:defRPr>
            </a:lvl4pPr>
            <a:lvl5pPr marL="2286000" lvl="4" indent="-299720" algn="l">
              <a:lnSpc>
                <a:spcPct val="110000"/>
              </a:lnSpc>
              <a:spcBef>
                <a:spcPts val="500"/>
              </a:spcBef>
              <a:spcAft>
                <a:spcPts val="0"/>
              </a:spcAft>
              <a:buClr>
                <a:schemeClr val="dk1"/>
              </a:buClr>
              <a:buSzPts val="1120"/>
              <a:buChar char="•"/>
              <a:defRPr>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2" name="Google Shape;272;p53"/>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3" name="Google Shape;273;p53"/>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cxnSp>
        <p:nvCxnSpPr>
          <p:cNvPr id="274" name="Google Shape;274;p53"/>
          <p:cNvCxnSpPr/>
          <p:nvPr/>
        </p:nvCxnSpPr>
        <p:spPr>
          <a:xfrm>
            <a:off x="4646117" y="0"/>
            <a:ext cx="0" cy="6858000"/>
          </a:xfrm>
          <a:prstGeom prst="straightConnector1">
            <a:avLst/>
          </a:prstGeom>
          <a:noFill/>
          <a:ln w="9525" cap="flat" cmpd="sng">
            <a:solidFill>
              <a:schemeClr val="dk1"/>
            </a:solidFill>
            <a:prstDash val="solid"/>
            <a:miter lim="800000"/>
            <a:headEnd type="none" w="sm" len="sm"/>
            <a:tailEnd type="none" w="sm" len="sm"/>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matchingName="Content with Picture 17">
  <p:cSld name="Content with Picture 17">
    <p:spTree>
      <p:nvGrpSpPr>
        <p:cNvPr id="1" name="Shape 275"/>
        <p:cNvGrpSpPr/>
        <p:nvPr/>
      </p:nvGrpSpPr>
      <p:grpSpPr>
        <a:xfrm>
          <a:off x="0" y="0"/>
          <a:ext cx="0" cy="0"/>
          <a:chOff x="0" y="0"/>
          <a:chExt cx="0" cy="0"/>
        </a:xfrm>
      </p:grpSpPr>
      <p:sp>
        <p:nvSpPr>
          <p:cNvPr id="276" name="Google Shape;276;p54"/>
          <p:cNvSpPr txBox="1">
            <a:spLocks noGrp="1"/>
          </p:cNvSpPr>
          <p:nvPr>
            <p:ph type="title"/>
          </p:nvPr>
        </p:nvSpPr>
        <p:spPr>
          <a:xfrm>
            <a:off x="731520" y="320040"/>
            <a:ext cx="10780776" cy="93268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7" name="Google Shape;277;p54"/>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278" name="Google Shape;278;p54"/>
          <p:cNvPicPr preferRelativeResize="0">
            <a:picLocks noGrp="1"/>
          </p:cNvPicPr>
          <p:nvPr>
            <p:ph type="pic" idx="2"/>
          </p:nvPr>
        </p:nvPicPr>
        <p:blipFill/>
        <p:spPr>
          <a:xfrm>
            <a:off x="731520" y="1816163"/>
            <a:ext cx="3920691" cy="4540188"/>
          </a:xfrm>
          <a:prstGeom prst="rect">
            <a:avLst/>
          </a:prstGeom>
          <a:blipFill rotWithShape="1">
            <a:blip r:embed="rId2">
              <a:alphaModFix amt="70000"/>
            </a:blip>
            <a:stretch>
              <a:fillRect/>
            </a:stretch>
          </a:blipFill>
          <a:ln w="9525" cap="flat" cmpd="sng">
            <a:solidFill>
              <a:schemeClr val="dk1"/>
            </a:solidFill>
            <a:prstDash val="solid"/>
            <a:round/>
            <a:headEnd type="none" w="sm" len="sm"/>
            <a:tailEnd type="none" w="sm" len="sm"/>
          </a:ln>
        </p:spPr>
      </p:pic>
      <p:sp>
        <p:nvSpPr>
          <p:cNvPr id="279" name="Google Shape;279;p54"/>
          <p:cNvSpPr txBox="1">
            <a:spLocks noGrp="1"/>
          </p:cNvSpPr>
          <p:nvPr>
            <p:ph type="body" idx="1"/>
          </p:nvPr>
        </p:nvSpPr>
        <p:spPr>
          <a:xfrm>
            <a:off x="5149516" y="1812758"/>
            <a:ext cx="6349381" cy="4540188"/>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440"/>
              <a:buNone/>
              <a:defRPr>
                <a:solidFill>
                  <a:schemeClr val="dk1"/>
                </a:solidFill>
              </a:defRPr>
            </a:lvl1pPr>
            <a:lvl2pPr marL="914400" lvl="1" indent="-309880" algn="l">
              <a:lnSpc>
                <a:spcPct val="110000"/>
              </a:lnSpc>
              <a:spcBef>
                <a:spcPts val="500"/>
              </a:spcBef>
              <a:spcAft>
                <a:spcPts val="0"/>
              </a:spcAft>
              <a:buClr>
                <a:schemeClr val="dk1"/>
              </a:buClr>
              <a:buSzPts val="1280"/>
              <a:buChar char="–"/>
              <a:defRPr>
                <a:solidFill>
                  <a:schemeClr val="dk1"/>
                </a:solidFill>
              </a:defRPr>
            </a:lvl2pPr>
            <a:lvl3pPr marL="1371600" lvl="2" indent="-299719" algn="l">
              <a:lnSpc>
                <a:spcPct val="110000"/>
              </a:lnSpc>
              <a:spcBef>
                <a:spcPts val="500"/>
              </a:spcBef>
              <a:spcAft>
                <a:spcPts val="0"/>
              </a:spcAft>
              <a:buClr>
                <a:schemeClr val="dk1"/>
              </a:buClr>
              <a:buSzPts val="1120"/>
              <a:buChar char="•"/>
              <a:defRPr>
                <a:solidFill>
                  <a:schemeClr val="dk1"/>
                </a:solidFill>
              </a:defRPr>
            </a:lvl3pPr>
            <a:lvl4pPr marL="1828800" lvl="3" indent="-299719" algn="l">
              <a:lnSpc>
                <a:spcPct val="110000"/>
              </a:lnSpc>
              <a:spcBef>
                <a:spcPts val="500"/>
              </a:spcBef>
              <a:spcAft>
                <a:spcPts val="0"/>
              </a:spcAft>
              <a:buClr>
                <a:schemeClr val="dk1"/>
              </a:buClr>
              <a:buSzPts val="1120"/>
              <a:buChar char="–"/>
              <a:defRPr>
                <a:solidFill>
                  <a:schemeClr val="dk1"/>
                </a:solidFill>
              </a:defRPr>
            </a:lvl4pPr>
            <a:lvl5pPr marL="2286000" lvl="4" indent="-299720" algn="l">
              <a:lnSpc>
                <a:spcPct val="110000"/>
              </a:lnSpc>
              <a:spcBef>
                <a:spcPts val="500"/>
              </a:spcBef>
              <a:spcAft>
                <a:spcPts val="0"/>
              </a:spcAft>
              <a:buClr>
                <a:schemeClr val="dk1"/>
              </a:buClr>
              <a:buSzPts val="1120"/>
              <a:buChar char="•"/>
              <a:defRPr>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0" name="Google Shape;280;p54"/>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1" name="Google Shape;281;p54"/>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matchingName="Content with Picture 18">
  <p:cSld name="Content with Picture 18">
    <p:spTree>
      <p:nvGrpSpPr>
        <p:cNvPr id="1" name="Shape 282"/>
        <p:cNvGrpSpPr/>
        <p:nvPr/>
      </p:nvGrpSpPr>
      <p:grpSpPr>
        <a:xfrm>
          <a:off x="0" y="0"/>
          <a:ext cx="0" cy="0"/>
          <a:chOff x="0" y="0"/>
          <a:chExt cx="0" cy="0"/>
        </a:xfrm>
      </p:grpSpPr>
      <p:sp>
        <p:nvSpPr>
          <p:cNvPr id="283" name="Google Shape;283;p55"/>
          <p:cNvSpPr txBox="1">
            <a:spLocks noGrp="1"/>
          </p:cNvSpPr>
          <p:nvPr>
            <p:ph type="title"/>
          </p:nvPr>
        </p:nvSpPr>
        <p:spPr>
          <a:xfrm>
            <a:off x="718164" y="559341"/>
            <a:ext cx="10755670" cy="93268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4" name="Google Shape;284;p55"/>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55"/>
          <p:cNvSpPr txBox="1">
            <a:spLocks noGrp="1"/>
          </p:cNvSpPr>
          <p:nvPr>
            <p:ph type="dt" idx="10"/>
          </p:nvPr>
        </p:nvSpPr>
        <p:spPr>
          <a:xfrm rot="-5400000" flipH="1">
            <a:off x="-997746" y="4594946"/>
            <a:ext cx="270669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6" name="Google Shape;286;p55"/>
          <p:cNvSpPr txBox="1">
            <a:spLocks noGrp="1"/>
          </p:cNvSpPr>
          <p:nvPr>
            <p:ph type="sldNum" idx="12"/>
          </p:nvPr>
        </p:nvSpPr>
        <p:spPr>
          <a:xfrm>
            <a:off x="88569" y="6264201"/>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sp>
        <p:nvSpPr>
          <p:cNvPr id="287" name="Google Shape;287;p55"/>
          <p:cNvSpPr txBox="1">
            <a:spLocks noGrp="1"/>
          </p:cNvSpPr>
          <p:nvPr>
            <p:ph type="body" idx="1"/>
          </p:nvPr>
        </p:nvSpPr>
        <p:spPr>
          <a:xfrm>
            <a:off x="711200" y="1713652"/>
            <a:ext cx="4387012" cy="4612945"/>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440"/>
              <a:buNone/>
              <a:defRPr/>
            </a:lvl1pPr>
            <a:lvl2pPr marL="914400" lvl="1" indent="-320040" algn="l">
              <a:lnSpc>
                <a:spcPct val="110000"/>
              </a:lnSpc>
              <a:spcBef>
                <a:spcPts val="500"/>
              </a:spcBef>
              <a:spcAft>
                <a:spcPts val="0"/>
              </a:spcAft>
              <a:buClr>
                <a:schemeClr val="dk1"/>
              </a:buClr>
              <a:buSzPts val="1440"/>
              <a:buChar char="–"/>
              <a:defRPr/>
            </a:lvl2pPr>
            <a:lvl3pPr marL="1371600" lvl="2" indent="-320039" algn="l">
              <a:lnSpc>
                <a:spcPct val="110000"/>
              </a:lnSpc>
              <a:spcBef>
                <a:spcPts val="500"/>
              </a:spcBef>
              <a:spcAft>
                <a:spcPts val="0"/>
              </a:spcAft>
              <a:buClr>
                <a:schemeClr val="dk1"/>
              </a:buClr>
              <a:buSzPts val="1440"/>
              <a:buChar char="•"/>
              <a:defRPr/>
            </a:lvl3pPr>
            <a:lvl4pPr marL="1828800" lvl="3" indent="-320039" algn="l">
              <a:lnSpc>
                <a:spcPct val="110000"/>
              </a:lnSpc>
              <a:spcBef>
                <a:spcPts val="500"/>
              </a:spcBef>
              <a:spcAft>
                <a:spcPts val="0"/>
              </a:spcAft>
              <a:buClr>
                <a:schemeClr val="dk1"/>
              </a:buClr>
              <a:buSzPts val="1440"/>
              <a:buChar char="–"/>
              <a:defRPr/>
            </a:lvl4pPr>
            <a:lvl5pPr marL="2286000" lvl="4" indent="-320039" algn="l">
              <a:lnSpc>
                <a:spcPct val="110000"/>
              </a:lnSpc>
              <a:spcBef>
                <a:spcPts val="500"/>
              </a:spcBef>
              <a:spcAft>
                <a:spcPts val="0"/>
              </a:spcAft>
              <a:buClr>
                <a:schemeClr val="dk1"/>
              </a:buClr>
              <a:buSzPts val="144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88" name="Google Shape;288;p55"/>
          <p:cNvPicPr preferRelativeResize="0">
            <a:picLocks noGrp="1"/>
          </p:cNvPicPr>
          <p:nvPr>
            <p:ph type="pic" idx="2"/>
          </p:nvPr>
        </p:nvPicPr>
        <p:blipFill/>
        <p:spPr>
          <a:xfrm>
            <a:off x="5658927" y="1713653"/>
            <a:ext cx="6533071" cy="5144347"/>
          </a:xfrm>
          <a:prstGeom prst="rect">
            <a:avLst/>
          </a:prstGeom>
          <a:blipFill rotWithShape="1">
            <a:blip r:embed="rId2">
              <a:alphaModFix amt="70000"/>
            </a:blip>
            <a:stretch>
              <a:fillRect/>
            </a:stretch>
          </a:blip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matchingName="Content with Picture 19">
  <p:cSld name="Content with Picture 19">
    <p:spTree>
      <p:nvGrpSpPr>
        <p:cNvPr id="1" name="Shape 289"/>
        <p:cNvGrpSpPr/>
        <p:nvPr/>
      </p:nvGrpSpPr>
      <p:grpSpPr>
        <a:xfrm>
          <a:off x="0" y="0"/>
          <a:ext cx="0" cy="0"/>
          <a:chOff x="0" y="0"/>
          <a:chExt cx="0" cy="0"/>
        </a:xfrm>
      </p:grpSpPr>
      <p:sp>
        <p:nvSpPr>
          <p:cNvPr id="290" name="Google Shape;290;p56"/>
          <p:cNvSpPr txBox="1">
            <a:spLocks noGrp="1"/>
          </p:cNvSpPr>
          <p:nvPr>
            <p:ph type="title"/>
          </p:nvPr>
        </p:nvSpPr>
        <p:spPr>
          <a:xfrm>
            <a:off x="718164" y="559341"/>
            <a:ext cx="10864236" cy="93268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1" name="Google Shape;291;p56"/>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56"/>
          <p:cNvSpPr txBox="1">
            <a:spLocks noGrp="1"/>
          </p:cNvSpPr>
          <p:nvPr>
            <p:ph type="body" idx="1"/>
          </p:nvPr>
        </p:nvSpPr>
        <p:spPr>
          <a:xfrm>
            <a:off x="712148" y="1676967"/>
            <a:ext cx="4304208" cy="4207695"/>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440"/>
              <a:buNone/>
              <a:defRPr/>
            </a:lvl1pPr>
            <a:lvl2pPr marL="914400" lvl="1" indent="-320040" algn="l">
              <a:lnSpc>
                <a:spcPct val="110000"/>
              </a:lnSpc>
              <a:spcBef>
                <a:spcPts val="500"/>
              </a:spcBef>
              <a:spcAft>
                <a:spcPts val="0"/>
              </a:spcAft>
              <a:buClr>
                <a:schemeClr val="dk1"/>
              </a:buClr>
              <a:buSzPts val="1440"/>
              <a:buChar char="–"/>
              <a:defRPr/>
            </a:lvl2pPr>
            <a:lvl3pPr marL="1371600" lvl="2" indent="-320039" algn="l">
              <a:lnSpc>
                <a:spcPct val="110000"/>
              </a:lnSpc>
              <a:spcBef>
                <a:spcPts val="500"/>
              </a:spcBef>
              <a:spcAft>
                <a:spcPts val="0"/>
              </a:spcAft>
              <a:buClr>
                <a:schemeClr val="dk1"/>
              </a:buClr>
              <a:buSzPts val="1440"/>
              <a:buChar char="•"/>
              <a:defRPr/>
            </a:lvl3pPr>
            <a:lvl4pPr marL="1828800" lvl="3" indent="-320039" algn="l">
              <a:lnSpc>
                <a:spcPct val="110000"/>
              </a:lnSpc>
              <a:spcBef>
                <a:spcPts val="500"/>
              </a:spcBef>
              <a:spcAft>
                <a:spcPts val="0"/>
              </a:spcAft>
              <a:buClr>
                <a:schemeClr val="dk1"/>
              </a:buClr>
              <a:buSzPts val="1440"/>
              <a:buChar char="–"/>
              <a:defRPr/>
            </a:lvl4pPr>
            <a:lvl5pPr marL="2286000" lvl="4" indent="-320039" algn="l">
              <a:lnSpc>
                <a:spcPct val="110000"/>
              </a:lnSpc>
              <a:spcBef>
                <a:spcPts val="500"/>
              </a:spcBef>
              <a:spcAft>
                <a:spcPts val="0"/>
              </a:spcAft>
              <a:buClr>
                <a:schemeClr val="dk1"/>
              </a:buClr>
              <a:buSzPts val="144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93" name="Google Shape;293;p56"/>
          <p:cNvPicPr preferRelativeResize="0">
            <a:picLocks noGrp="1"/>
          </p:cNvPicPr>
          <p:nvPr>
            <p:ph type="pic" idx="2"/>
          </p:nvPr>
        </p:nvPicPr>
        <p:blipFill/>
        <p:spPr>
          <a:xfrm>
            <a:off x="5483476" y="1694325"/>
            <a:ext cx="5990360" cy="4207696"/>
          </a:xfrm>
          <a:prstGeom prst="rect">
            <a:avLst/>
          </a:prstGeom>
          <a:blipFill rotWithShape="1">
            <a:blip r:embed="rId2">
              <a:alphaModFix amt="73000"/>
            </a:blip>
            <a:stretch>
              <a:fillRect/>
            </a:stretch>
          </a:blipFill>
          <a:ln w="9525" cap="flat" cmpd="sng">
            <a:solidFill>
              <a:schemeClr val="dk1"/>
            </a:solidFill>
            <a:prstDash val="solid"/>
            <a:round/>
            <a:headEnd type="none" w="sm" len="sm"/>
            <a:tailEnd type="none" w="sm" len="sm"/>
          </a:ln>
        </p:spPr>
      </p:pic>
      <p:sp>
        <p:nvSpPr>
          <p:cNvPr id="294" name="Google Shape;294;p56"/>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5" name="Google Shape;295;p56"/>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matchingName="Number Large">
  <p:cSld name="Number Large">
    <p:spTree>
      <p:nvGrpSpPr>
        <p:cNvPr id="1" name="Shape 296"/>
        <p:cNvGrpSpPr/>
        <p:nvPr/>
      </p:nvGrpSpPr>
      <p:grpSpPr>
        <a:xfrm>
          <a:off x="0" y="0"/>
          <a:ext cx="0" cy="0"/>
          <a:chOff x="0" y="0"/>
          <a:chExt cx="0" cy="0"/>
        </a:xfrm>
      </p:grpSpPr>
      <p:sp>
        <p:nvSpPr>
          <p:cNvPr id="297" name="Google Shape;297;p57"/>
          <p:cNvSpPr txBox="1">
            <a:spLocks noGrp="1"/>
          </p:cNvSpPr>
          <p:nvPr>
            <p:ph type="title"/>
          </p:nvPr>
        </p:nvSpPr>
        <p:spPr>
          <a:xfrm>
            <a:off x="2057400" y="4937761"/>
            <a:ext cx="6987537" cy="1353312"/>
          </a:xfrm>
          <a:prstGeom prst="rect">
            <a:avLst/>
          </a:prstGeom>
          <a:noFill/>
          <a:ln>
            <a:noFill/>
          </a:ln>
        </p:spPr>
        <p:txBody>
          <a:bodyPr spcFirstLastPara="1" wrap="square" lIns="91425" tIns="45700" rIns="91425" bIns="45700" anchor="t" anchorCtr="0">
            <a:normAutofit/>
          </a:bodyPr>
          <a:lstStyle>
            <a:lvl1pPr lvl="0" algn="l">
              <a:lnSpc>
                <a:spcPct val="110000"/>
              </a:lnSpc>
              <a:spcBef>
                <a:spcPts val="1000"/>
              </a:spcBef>
              <a:spcAft>
                <a:spcPts val="0"/>
              </a:spcAft>
              <a:buClr>
                <a:schemeClr val="dk1"/>
              </a:buClr>
              <a:buSzPts val="2800"/>
              <a:buFont typeface="Sorts Mill Goudy"/>
              <a:buNone/>
              <a:defRPr sz="2800" cap="none">
                <a:latin typeface="Sorts Mill Goudy"/>
                <a:ea typeface="Sorts Mill Goudy"/>
                <a:cs typeface="Sorts Mill Goudy"/>
                <a:sym typeface="Sorts Mill Goud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8" name="Google Shape;298;p57"/>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9" name="Google Shape;299;p57"/>
          <p:cNvSpPr txBox="1">
            <a:spLocks noGrp="1"/>
          </p:cNvSpPr>
          <p:nvPr>
            <p:ph type="body" idx="1"/>
          </p:nvPr>
        </p:nvSpPr>
        <p:spPr>
          <a:xfrm>
            <a:off x="2057400" y="549021"/>
            <a:ext cx="9455150" cy="4333875"/>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Clr>
                <a:schemeClr val="dk1"/>
              </a:buClr>
              <a:buSzPts val="18560"/>
              <a:buNone/>
              <a:defRPr sz="23200">
                <a:latin typeface="Arial"/>
                <a:ea typeface="Arial"/>
                <a:cs typeface="Arial"/>
                <a:sym typeface="Arial"/>
              </a:defRPr>
            </a:lvl1pPr>
            <a:lvl2pPr marL="914400" lvl="1" indent="-320040" algn="l">
              <a:lnSpc>
                <a:spcPct val="110000"/>
              </a:lnSpc>
              <a:spcBef>
                <a:spcPts val="500"/>
              </a:spcBef>
              <a:spcAft>
                <a:spcPts val="0"/>
              </a:spcAft>
              <a:buClr>
                <a:schemeClr val="dk1"/>
              </a:buClr>
              <a:buSzPts val="1440"/>
              <a:buChar char="–"/>
              <a:defRPr/>
            </a:lvl2pPr>
            <a:lvl3pPr marL="1371600" lvl="2" indent="-320039" algn="l">
              <a:lnSpc>
                <a:spcPct val="110000"/>
              </a:lnSpc>
              <a:spcBef>
                <a:spcPts val="500"/>
              </a:spcBef>
              <a:spcAft>
                <a:spcPts val="0"/>
              </a:spcAft>
              <a:buClr>
                <a:schemeClr val="dk1"/>
              </a:buClr>
              <a:buSzPts val="1440"/>
              <a:buChar char="•"/>
              <a:defRPr/>
            </a:lvl3pPr>
            <a:lvl4pPr marL="1828800" lvl="3" indent="-320039" algn="l">
              <a:lnSpc>
                <a:spcPct val="110000"/>
              </a:lnSpc>
              <a:spcBef>
                <a:spcPts val="500"/>
              </a:spcBef>
              <a:spcAft>
                <a:spcPts val="0"/>
              </a:spcAft>
              <a:buClr>
                <a:schemeClr val="dk1"/>
              </a:buClr>
              <a:buSzPts val="1440"/>
              <a:buChar char="–"/>
              <a:defRPr/>
            </a:lvl4pPr>
            <a:lvl5pPr marL="2286000" lvl="4" indent="-320039" algn="l">
              <a:lnSpc>
                <a:spcPct val="110000"/>
              </a:lnSpc>
              <a:spcBef>
                <a:spcPts val="500"/>
              </a:spcBef>
              <a:spcAft>
                <a:spcPts val="0"/>
              </a:spcAft>
              <a:buClr>
                <a:schemeClr val="dk1"/>
              </a:buClr>
              <a:buSzPts val="144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0" name="Google Shape;300;p57"/>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1" name="Google Shape;301;p57"/>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cxnSp>
        <p:nvCxnSpPr>
          <p:cNvPr id="302" name="Google Shape;302;p57"/>
          <p:cNvCxnSpPr/>
          <p:nvPr/>
        </p:nvCxnSpPr>
        <p:spPr>
          <a:xfrm rot="10800000">
            <a:off x="1371600" y="0"/>
            <a:ext cx="0" cy="6858000"/>
          </a:xfrm>
          <a:prstGeom prst="straightConnector1">
            <a:avLst/>
          </a:prstGeom>
          <a:noFill/>
          <a:ln w="9525" cap="flat" cmpd="sng">
            <a:solidFill>
              <a:schemeClr val="dk1"/>
            </a:solidFill>
            <a:prstDash val="solid"/>
            <a:miter lim="800000"/>
            <a:headEnd type="none" w="sm" len="sm"/>
            <a:tailEnd type="none" w="sm" len="sm"/>
          </a:ln>
        </p:spPr>
      </p:cxn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matchingName="Number Large 2">
  <p:cSld name="Number Large 2">
    <p:spTree>
      <p:nvGrpSpPr>
        <p:cNvPr id="1" name="Shape 303"/>
        <p:cNvGrpSpPr/>
        <p:nvPr/>
      </p:nvGrpSpPr>
      <p:grpSpPr>
        <a:xfrm>
          <a:off x="0" y="0"/>
          <a:ext cx="0" cy="0"/>
          <a:chOff x="0" y="0"/>
          <a:chExt cx="0" cy="0"/>
        </a:xfrm>
      </p:grpSpPr>
      <p:sp>
        <p:nvSpPr>
          <p:cNvPr id="304" name="Google Shape;304;p58"/>
          <p:cNvSpPr txBox="1">
            <a:spLocks noGrp="1"/>
          </p:cNvSpPr>
          <p:nvPr>
            <p:ph type="title"/>
          </p:nvPr>
        </p:nvSpPr>
        <p:spPr>
          <a:xfrm>
            <a:off x="2333244" y="4846320"/>
            <a:ext cx="7525512" cy="1545336"/>
          </a:xfrm>
          <a:prstGeom prst="rect">
            <a:avLst/>
          </a:prstGeom>
          <a:noFill/>
          <a:ln>
            <a:noFill/>
          </a:ln>
        </p:spPr>
        <p:txBody>
          <a:bodyPr spcFirstLastPara="1" wrap="square" lIns="91425" tIns="45700" rIns="91425" bIns="45700" anchor="t" anchorCtr="0">
            <a:normAutofit/>
          </a:bodyPr>
          <a:lstStyle>
            <a:lvl1pPr lvl="0" algn="ctr">
              <a:lnSpc>
                <a:spcPct val="110000"/>
              </a:lnSpc>
              <a:spcBef>
                <a:spcPts val="1000"/>
              </a:spcBef>
              <a:spcAft>
                <a:spcPts val="0"/>
              </a:spcAft>
              <a:buClr>
                <a:schemeClr val="dk1"/>
              </a:buClr>
              <a:buSzPts val="2800"/>
              <a:buFont typeface="Sorts Mill Goudy"/>
              <a:buNone/>
              <a:defRPr sz="2800" cap="none">
                <a:latin typeface="Sorts Mill Goudy"/>
                <a:ea typeface="Sorts Mill Goudy"/>
                <a:cs typeface="Sorts Mill Goudy"/>
                <a:sym typeface="Sorts Mill Goud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5" name="Google Shape;305;p58"/>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6" name="Google Shape;306;p58"/>
          <p:cNvSpPr txBox="1">
            <a:spLocks noGrp="1"/>
          </p:cNvSpPr>
          <p:nvPr>
            <p:ph type="body" idx="1"/>
          </p:nvPr>
        </p:nvSpPr>
        <p:spPr>
          <a:xfrm>
            <a:off x="824484" y="549021"/>
            <a:ext cx="10543032" cy="4205859"/>
          </a:xfrm>
          <a:prstGeom prst="rect">
            <a:avLst/>
          </a:prstGeom>
          <a:noFill/>
          <a:ln>
            <a:noFill/>
          </a:ln>
        </p:spPr>
        <p:txBody>
          <a:bodyPr spcFirstLastPara="1" wrap="square" lIns="91425" tIns="45700" rIns="91425" bIns="45700" anchor="b" anchorCtr="0">
            <a:normAutofit/>
          </a:bodyPr>
          <a:lstStyle>
            <a:lvl1pPr marL="457200" lvl="0" indent="-228600" algn="ctr">
              <a:lnSpc>
                <a:spcPct val="110000"/>
              </a:lnSpc>
              <a:spcBef>
                <a:spcPts val="1000"/>
              </a:spcBef>
              <a:spcAft>
                <a:spcPts val="0"/>
              </a:spcAft>
              <a:buClr>
                <a:schemeClr val="dk1"/>
              </a:buClr>
              <a:buSzPts val="18560"/>
              <a:buNone/>
              <a:defRPr sz="23200">
                <a:latin typeface="Arial"/>
                <a:ea typeface="Arial"/>
                <a:cs typeface="Arial"/>
                <a:sym typeface="Arial"/>
              </a:defRPr>
            </a:lvl1pPr>
            <a:lvl2pPr marL="914400" lvl="1" indent="-320040" algn="l">
              <a:lnSpc>
                <a:spcPct val="110000"/>
              </a:lnSpc>
              <a:spcBef>
                <a:spcPts val="500"/>
              </a:spcBef>
              <a:spcAft>
                <a:spcPts val="0"/>
              </a:spcAft>
              <a:buClr>
                <a:schemeClr val="dk1"/>
              </a:buClr>
              <a:buSzPts val="1440"/>
              <a:buChar char="–"/>
              <a:defRPr/>
            </a:lvl2pPr>
            <a:lvl3pPr marL="1371600" lvl="2" indent="-320039" algn="l">
              <a:lnSpc>
                <a:spcPct val="110000"/>
              </a:lnSpc>
              <a:spcBef>
                <a:spcPts val="500"/>
              </a:spcBef>
              <a:spcAft>
                <a:spcPts val="0"/>
              </a:spcAft>
              <a:buClr>
                <a:schemeClr val="dk1"/>
              </a:buClr>
              <a:buSzPts val="1440"/>
              <a:buChar char="•"/>
              <a:defRPr/>
            </a:lvl3pPr>
            <a:lvl4pPr marL="1828800" lvl="3" indent="-320039" algn="l">
              <a:lnSpc>
                <a:spcPct val="110000"/>
              </a:lnSpc>
              <a:spcBef>
                <a:spcPts val="500"/>
              </a:spcBef>
              <a:spcAft>
                <a:spcPts val="0"/>
              </a:spcAft>
              <a:buClr>
                <a:schemeClr val="dk1"/>
              </a:buClr>
              <a:buSzPts val="1440"/>
              <a:buChar char="–"/>
              <a:defRPr/>
            </a:lvl4pPr>
            <a:lvl5pPr marL="2286000" lvl="4" indent="-320039" algn="l">
              <a:lnSpc>
                <a:spcPct val="110000"/>
              </a:lnSpc>
              <a:spcBef>
                <a:spcPts val="500"/>
              </a:spcBef>
              <a:spcAft>
                <a:spcPts val="0"/>
              </a:spcAft>
              <a:buClr>
                <a:schemeClr val="dk1"/>
              </a:buClr>
              <a:buSzPts val="144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7" name="Google Shape;307;p58"/>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8" name="Google Shape;308;p58"/>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matchingName="Number Large 3">
  <p:cSld name="Number Large 3">
    <p:spTree>
      <p:nvGrpSpPr>
        <p:cNvPr id="1" name="Shape 309"/>
        <p:cNvGrpSpPr/>
        <p:nvPr/>
      </p:nvGrpSpPr>
      <p:grpSpPr>
        <a:xfrm>
          <a:off x="0" y="0"/>
          <a:ext cx="0" cy="0"/>
          <a:chOff x="0" y="0"/>
          <a:chExt cx="0" cy="0"/>
        </a:xfrm>
      </p:grpSpPr>
      <p:sp>
        <p:nvSpPr>
          <p:cNvPr id="310" name="Google Shape;310;p59"/>
          <p:cNvSpPr txBox="1">
            <a:spLocks noGrp="1"/>
          </p:cNvSpPr>
          <p:nvPr>
            <p:ph type="title"/>
          </p:nvPr>
        </p:nvSpPr>
        <p:spPr>
          <a:xfrm>
            <a:off x="7223760" y="1371600"/>
            <a:ext cx="4114800" cy="4114800"/>
          </a:xfrm>
          <a:prstGeom prst="rect">
            <a:avLst/>
          </a:prstGeom>
          <a:noFill/>
          <a:ln>
            <a:noFill/>
          </a:ln>
        </p:spPr>
        <p:txBody>
          <a:bodyPr spcFirstLastPara="1" wrap="square" lIns="91425" tIns="45700" rIns="91425" bIns="45700" anchor="ctr" anchorCtr="0">
            <a:normAutofit/>
          </a:bodyPr>
          <a:lstStyle>
            <a:lvl1pPr lvl="0" algn="l">
              <a:lnSpc>
                <a:spcPct val="110000"/>
              </a:lnSpc>
              <a:spcBef>
                <a:spcPts val="1000"/>
              </a:spcBef>
              <a:spcAft>
                <a:spcPts val="0"/>
              </a:spcAft>
              <a:buClr>
                <a:schemeClr val="dk1"/>
              </a:buClr>
              <a:buSzPts val="2800"/>
              <a:buFont typeface="Sorts Mill Goudy"/>
              <a:buNone/>
              <a:defRPr sz="2800" cap="none">
                <a:latin typeface="Sorts Mill Goudy"/>
                <a:ea typeface="Sorts Mill Goudy"/>
                <a:cs typeface="Sorts Mill Goudy"/>
                <a:sym typeface="Sorts Mill Goud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1" name="Google Shape;311;p59"/>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2" name="Google Shape;312;p59"/>
          <p:cNvSpPr txBox="1">
            <a:spLocks noGrp="1"/>
          </p:cNvSpPr>
          <p:nvPr>
            <p:ph type="body" idx="1"/>
          </p:nvPr>
        </p:nvSpPr>
        <p:spPr>
          <a:xfrm>
            <a:off x="914400" y="353237"/>
            <a:ext cx="5937337" cy="636823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0"/>
              </a:spcBef>
              <a:spcAft>
                <a:spcPts val="0"/>
              </a:spcAft>
              <a:buClr>
                <a:schemeClr val="dk1"/>
              </a:buClr>
              <a:buSzPts val="18560"/>
              <a:buNone/>
              <a:defRPr sz="23200">
                <a:latin typeface="Arial"/>
                <a:ea typeface="Arial"/>
                <a:cs typeface="Arial"/>
                <a:sym typeface="Arial"/>
              </a:defRPr>
            </a:lvl1pPr>
            <a:lvl2pPr marL="914400" lvl="1" indent="-320040" algn="l">
              <a:lnSpc>
                <a:spcPct val="110000"/>
              </a:lnSpc>
              <a:spcBef>
                <a:spcPts val="500"/>
              </a:spcBef>
              <a:spcAft>
                <a:spcPts val="0"/>
              </a:spcAft>
              <a:buClr>
                <a:schemeClr val="dk1"/>
              </a:buClr>
              <a:buSzPts val="1440"/>
              <a:buChar char="–"/>
              <a:defRPr/>
            </a:lvl2pPr>
            <a:lvl3pPr marL="1371600" lvl="2" indent="-320039" algn="l">
              <a:lnSpc>
                <a:spcPct val="110000"/>
              </a:lnSpc>
              <a:spcBef>
                <a:spcPts val="500"/>
              </a:spcBef>
              <a:spcAft>
                <a:spcPts val="0"/>
              </a:spcAft>
              <a:buClr>
                <a:schemeClr val="dk1"/>
              </a:buClr>
              <a:buSzPts val="1440"/>
              <a:buChar char="•"/>
              <a:defRPr/>
            </a:lvl3pPr>
            <a:lvl4pPr marL="1828800" lvl="3" indent="-320039" algn="l">
              <a:lnSpc>
                <a:spcPct val="110000"/>
              </a:lnSpc>
              <a:spcBef>
                <a:spcPts val="500"/>
              </a:spcBef>
              <a:spcAft>
                <a:spcPts val="0"/>
              </a:spcAft>
              <a:buClr>
                <a:schemeClr val="dk1"/>
              </a:buClr>
              <a:buSzPts val="1440"/>
              <a:buChar char="–"/>
              <a:defRPr/>
            </a:lvl4pPr>
            <a:lvl5pPr marL="2286000" lvl="4" indent="-320039" algn="l">
              <a:lnSpc>
                <a:spcPct val="110000"/>
              </a:lnSpc>
              <a:spcBef>
                <a:spcPts val="500"/>
              </a:spcBef>
              <a:spcAft>
                <a:spcPts val="0"/>
              </a:spcAft>
              <a:buClr>
                <a:schemeClr val="dk1"/>
              </a:buClr>
              <a:buSzPts val="144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3" name="Google Shape;313;p59"/>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59"/>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matchingName="Number Large 4">
  <p:cSld name="Number Large 4">
    <p:spTree>
      <p:nvGrpSpPr>
        <p:cNvPr id="1" name="Shape 315"/>
        <p:cNvGrpSpPr/>
        <p:nvPr/>
      </p:nvGrpSpPr>
      <p:grpSpPr>
        <a:xfrm>
          <a:off x="0" y="0"/>
          <a:ext cx="0" cy="0"/>
          <a:chOff x="0" y="0"/>
          <a:chExt cx="0" cy="0"/>
        </a:xfrm>
      </p:grpSpPr>
      <p:sp>
        <p:nvSpPr>
          <p:cNvPr id="316" name="Google Shape;316;p60"/>
          <p:cNvSpPr txBox="1">
            <a:spLocks noGrp="1"/>
          </p:cNvSpPr>
          <p:nvPr>
            <p:ph type="title"/>
          </p:nvPr>
        </p:nvSpPr>
        <p:spPr>
          <a:xfrm>
            <a:off x="2333244" y="5687755"/>
            <a:ext cx="7525512" cy="603317"/>
          </a:xfrm>
          <a:prstGeom prst="rect">
            <a:avLst/>
          </a:prstGeom>
          <a:noFill/>
          <a:ln>
            <a:noFill/>
          </a:ln>
        </p:spPr>
        <p:txBody>
          <a:bodyPr spcFirstLastPara="1" wrap="square" lIns="91425" tIns="45700" rIns="91425" bIns="45700" anchor="t" anchorCtr="0">
            <a:normAutofit/>
          </a:bodyPr>
          <a:lstStyle>
            <a:lvl1pPr lvl="0" algn="ctr">
              <a:lnSpc>
                <a:spcPct val="110000"/>
              </a:lnSpc>
              <a:spcBef>
                <a:spcPts val="1000"/>
              </a:spcBef>
              <a:spcAft>
                <a:spcPts val="0"/>
              </a:spcAft>
              <a:buClr>
                <a:schemeClr val="dk1"/>
              </a:buClr>
              <a:buSzPts val="2000"/>
              <a:buFont typeface="Sorts Mill Goudy"/>
              <a:buNone/>
              <a:defRPr sz="2000" cap="none">
                <a:latin typeface="Sorts Mill Goudy"/>
                <a:ea typeface="Sorts Mill Goudy"/>
                <a:cs typeface="Sorts Mill Goudy"/>
                <a:sym typeface="Sorts Mill Goud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7" name="Google Shape;317;p60"/>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60"/>
          <p:cNvSpPr txBox="1">
            <a:spLocks noGrp="1"/>
          </p:cNvSpPr>
          <p:nvPr>
            <p:ph type="body" idx="1"/>
          </p:nvPr>
        </p:nvSpPr>
        <p:spPr>
          <a:xfrm>
            <a:off x="1935038" y="2390272"/>
            <a:ext cx="8321926" cy="3449054"/>
          </a:xfrm>
          <a:prstGeom prst="rect">
            <a:avLst/>
          </a:prstGeom>
          <a:noFill/>
          <a:ln>
            <a:noFill/>
          </a:ln>
        </p:spPr>
        <p:txBody>
          <a:bodyPr spcFirstLastPara="1" wrap="square" lIns="91425" tIns="45700" rIns="91425" bIns="45700" anchor="b" anchorCtr="0">
            <a:normAutofit/>
          </a:bodyPr>
          <a:lstStyle>
            <a:lvl1pPr marL="457200" lvl="0" indent="-228600" algn="ctr">
              <a:lnSpc>
                <a:spcPct val="110000"/>
              </a:lnSpc>
              <a:spcBef>
                <a:spcPts val="1000"/>
              </a:spcBef>
              <a:spcAft>
                <a:spcPts val="0"/>
              </a:spcAft>
              <a:buClr>
                <a:schemeClr val="dk1"/>
              </a:buClr>
              <a:buSzPts val="18560"/>
              <a:buNone/>
              <a:defRPr sz="23200">
                <a:latin typeface="Arial"/>
                <a:ea typeface="Arial"/>
                <a:cs typeface="Arial"/>
                <a:sym typeface="Arial"/>
              </a:defRPr>
            </a:lvl1pPr>
            <a:lvl2pPr marL="914400" lvl="1" indent="-320040" algn="l">
              <a:lnSpc>
                <a:spcPct val="110000"/>
              </a:lnSpc>
              <a:spcBef>
                <a:spcPts val="500"/>
              </a:spcBef>
              <a:spcAft>
                <a:spcPts val="0"/>
              </a:spcAft>
              <a:buClr>
                <a:schemeClr val="dk1"/>
              </a:buClr>
              <a:buSzPts val="1440"/>
              <a:buChar char="–"/>
              <a:defRPr/>
            </a:lvl2pPr>
            <a:lvl3pPr marL="1371600" lvl="2" indent="-320039" algn="l">
              <a:lnSpc>
                <a:spcPct val="110000"/>
              </a:lnSpc>
              <a:spcBef>
                <a:spcPts val="500"/>
              </a:spcBef>
              <a:spcAft>
                <a:spcPts val="0"/>
              </a:spcAft>
              <a:buClr>
                <a:schemeClr val="dk1"/>
              </a:buClr>
              <a:buSzPts val="1440"/>
              <a:buChar char="•"/>
              <a:defRPr/>
            </a:lvl3pPr>
            <a:lvl4pPr marL="1828800" lvl="3" indent="-320039" algn="l">
              <a:lnSpc>
                <a:spcPct val="110000"/>
              </a:lnSpc>
              <a:spcBef>
                <a:spcPts val="500"/>
              </a:spcBef>
              <a:spcAft>
                <a:spcPts val="0"/>
              </a:spcAft>
              <a:buClr>
                <a:schemeClr val="dk1"/>
              </a:buClr>
              <a:buSzPts val="1440"/>
              <a:buChar char="–"/>
              <a:defRPr/>
            </a:lvl4pPr>
            <a:lvl5pPr marL="2286000" lvl="4" indent="-320039" algn="l">
              <a:lnSpc>
                <a:spcPct val="110000"/>
              </a:lnSpc>
              <a:spcBef>
                <a:spcPts val="500"/>
              </a:spcBef>
              <a:spcAft>
                <a:spcPts val="0"/>
              </a:spcAft>
              <a:buClr>
                <a:schemeClr val="dk1"/>
              </a:buClr>
              <a:buSzPts val="144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9" name="Google Shape;319;p60"/>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0" name="Google Shape;320;p60"/>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sp>
        <p:nvSpPr>
          <p:cNvPr id="321" name="Google Shape;321;p60"/>
          <p:cNvSpPr/>
          <p:nvPr/>
        </p:nvSpPr>
        <p:spPr>
          <a:xfrm rot="-5400000">
            <a:off x="3057205" y="-1430380"/>
            <a:ext cx="6077590" cy="10510705"/>
          </a:xfrm>
          <a:custGeom>
            <a:avLst/>
            <a:gdLst/>
            <a:ahLst/>
            <a:cxnLst/>
            <a:rect l="l" t="t" r="r" b="b"/>
            <a:pathLst>
              <a:path w="3139529" h="5429563" extrusionOk="0">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Sorts Mill Goudy"/>
              <a:ea typeface="Sorts Mill Goudy"/>
              <a:cs typeface="Sorts Mill Goudy"/>
              <a:sym typeface="Sorts Mill Goudy"/>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matchingName="Statement">
  <p:cSld name="Statement">
    <p:spTree>
      <p:nvGrpSpPr>
        <p:cNvPr id="1" name="Shape 322"/>
        <p:cNvGrpSpPr/>
        <p:nvPr/>
      </p:nvGrpSpPr>
      <p:grpSpPr>
        <a:xfrm>
          <a:off x="0" y="0"/>
          <a:ext cx="0" cy="0"/>
          <a:chOff x="0" y="0"/>
          <a:chExt cx="0" cy="0"/>
        </a:xfrm>
      </p:grpSpPr>
      <p:sp>
        <p:nvSpPr>
          <p:cNvPr id="323" name="Google Shape;323;p61"/>
          <p:cNvSpPr txBox="1">
            <a:spLocks noGrp="1"/>
          </p:cNvSpPr>
          <p:nvPr>
            <p:ph type="title"/>
          </p:nvPr>
        </p:nvSpPr>
        <p:spPr>
          <a:xfrm>
            <a:off x="612648" y="-1228126"/>
            <a:ext cx="10652760" cy="113385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00"/>
              <a:buFont typeface="Arial"/>
              <a:buNone/>
              <a:defRPr cap="none">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4" name="Google Shape;324;p61"/>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61"/>
          <p:cNvSpPr txBox="1">
            <a:spLocks noGrp="1"/>
          </p:cNvSpPr>
          <p:nvPr>
            <p:ph type="body" idx="1"/>
          </p:nvPr>
        </p:nvSpPr>
        <p:spPr>
          <a:xfrm>
            <a:off x="2624138" y="2268748"/>
            <a:ext cx="6943724" cy="3954255"/>
          </a:xfrm>
          <a:prstGeom prst="rect">
            <a:avLst/>
          </a:prstGeom>
          <a:noFill/>
          <a:ln>
            <a:noFill/>
          </a:ln>
        </p:spPr>
        <p:txBody>
          <a:bodyPr spcFirstLastPara="1" wrap="square" lIns="91425" tIns="45700" rIns="91425" bIns="45700" anchor="ctr" anchorCtr="0">
            <a:noAutofit/>
          </a:bodyPr>
          <a:lstStyle>
            <a:lvl1pPr marL="457200" lvl="0" indent="-228600" algn="ctr">
              <a:lnSpc>
                <a:spcPct val="110000"/>
              </a:lnSpc>
              <a:spcBef>
                <a:spcPts val="1000"/>
              </a:spcBef>
              <a:spcAft>
                <a:spcPts val="0"/>
              </a:spcAft>
              <a:buClr>
                <a:schemeClr val="dk1"/>
              </a:buClr>
              <a:buSzPts val="3520"/>
              <a:buNone/>
              <a:defRPr sz="4400" b="0" cap="none">
                <a:solidFill>
                  <a:schemeClr val="dk1"/>
                </a:solidFill>
              </a:defRPr>
            </a:lvl1pPr>
            <a:lvl2pPr marL="914400" lvl="1" indent="-228600" algn="ctr">
              <a:lnSpc>
                <a:spcPct val="110000"/>
              </a:lnSpc>
              <a:spcBef>
                <a:spcPts val="500"/>
              </a:spcBef>
              <a:spcAft>
                <a:spcPts val="0"/>
              </a:spcAft>
              <a:buClr>
                <a:schemeClr val="dk1"/>
              </a:buClr>
              <a:buSzPts val="3520"/>
              <a:buNone/>
              <a:defRPr sz="4400" b="0" cap="none">
                <a:solidFill>
                  <a:schemeClr val="dk1"/>
                </a:solidFill>
              </a:defRPr>
            </a:lvl2pPr>
            <a:lvl3pPr marL="1371600" lvl="2" indent="-228600" algn="ctr">
              <a:lnSpc>
                <a:spcPct val="110000"/>
              </a:lnSpc>
              <a:spcBef>
                <a:spcPts val="500"/>
              </a:spcBef>
              <a:spcAft>
                <a:spcPts val="0"/>
              </a:spcAft>
              <a:buClr>
                <a:schemeClr val="dk1"/>
              </a:buClr>
              <a:buSzPts val="3520"/>
              <a:buNone/>
              <a:defRPr sz="4400" b="0" cap="none">
                <a:solidFill>
                  <a:schemeClr val="dk1"/>
                </a:solidFill>
              </a:defRPr>
            </a:lvl3pPr>
            <a:lvl4pPr marL="1828800" lvl="3" indent="-228600" algn="ctr">
              <a:lnSpc>
                <a:spcPct val="110000"/>
              </a:lnSpc>
              <a:spcBef>
                <a:spcPts val="500"/>
              </a:spcBef>
              <a:spcAft>
                <a:spcPts val="0"/>
              </a:spcAft>
              <a:buClr>
                <a:schemeClr val="dk1"/>
              </a:buClr>
              <a:buSzPts val="3520"/>
              <a:buNone/>
              <a:defRPr sz="4400" b="0" cap="none">
                <a:solidFill>
                  <a:schemeClr val="dk1"/>
                </a:solidFill>
              </a:defRPr>
            </a:lvl4pPr>
            <a:lvl5pPr marL="2286000" lvl="4" indent="-228600" algn="ctr">
              <a:lnSpc>
                <a:spcPct val="110000"/>
              </a:lnSpc>
              <a:spcBef>
                <a:spcPts val="500"/>
              </a:spcBef>
              <a:spcAft>
                <a:spcPts val="0"/>
              </a:spcAft>
              <a:buClr>
                <a:schemeClr val="dk1"/>
              </a:buClr>
              <a:buSzPts val="3520"/>
              <a:buNone/>
              <a:defRPr sz="4400" b="0" cap="none">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6" name="Google Shape;326;p61"/>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7" name="Google Shape;327;p61"/>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sp>
        <p:nvSpPr>
          <p:cNvPr id="328" name="Google Shape;328;p61"/>
          <p:cNvSpPr/>
          <p:nvPr/>
        </p:nvSpPr>
        <p:spPr>
          <a:xfrm rot="-5400000">
            <a:off x="3057205" y="-1430380"/>
            <a:ext cx="6077590" cy="10510705"/>
          </a:xfrm>
          <a:custGeom>
            <a:avLst/>
            <a:gdLst/>
            <a:ahLst/>
            <a:cxnLst/>
            <a:rect l="l" t="t" r="r" b="b"/>
            <a:pathLst>
              <a:path w="3139529" h="5429563" extrusionOk="0">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Sorts Mill Goudy"/>
              <a:ea typeface="Sorts Mill Goudy"/>
              <a:cs typeface="Sorts Mill Goudy"/>
              <a:sym typeface="Sorts Mill Goudy"/>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Statement 2">
  <p:cSld name="Statement 2">
    <p:spTree>
      <p:nvGrpSpPr>
        <p:cNvPr id="1" name="Shape 329"/>
        <p:cNvGrpSpPr/>
        <p:nvPr/>
      </p:nvGrpSpPr>
      <p:grpSpPr>
        <a:xfrm>
          <a:off x="0" y="0"/>
          <a:ext cx="0" cy="0"/>
          <a:chOff x="0" y="0"/>
          <a:chExt cx="0" cy="0"/>
        </a:xfrm>
      </p:grpSpPr>
      <p:sp>
        <p:nvSpPr>
          <p:cNvPr id="330" name="Google Shape;330;p62"/>
          <p:cNvSpPr txBox="1">
            <a:spLocks noGrp="1"/>
          </p:cNvSpPr>
          <p:nvPr>
            <p:ph type="title"/>
          </p:nvPr>
        </p:nvSpPr>
        <p:spPr>
          <a:xfrm>
            <a:off x="612648" y="-1228126"/>
            <a:ext cx="10652760" cy="113385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00"/>
              <a:buFont typeface="Arial"/>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1" name="Google Shape;331;p62"/>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62"/>
          <p:cNvSpPr txBox="1">
            <a:spLocks noGrp="1"/>
          </p:cNvSpPr>
          <p:nvPr>
            <p:ph type="body" idx="1"/>
          </p:nvPr>
        </p:nvSpPr>
        <p:spPr>
          <a:xfrm>
            <a:off x="914400" y="2194560"/>
            <a:ext cx="8266176" cy="4142232"/>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Clr>
                <a:schemeClr val="dk1"/>
              </a:buClr>
              <a:buSzPts val="3520"/>
              <a:buNone/>
              <a:defRPr sz="4400" b="0" cap="none">
                <a:solidFill>
                  <a:schemeClr val="dk1"/>
                </a:solidFill>
              </a:defRPr>
            </a:lvl1pPr>
            <a:lvl2pPr marL="914400" lvl="1" indent="-228600" algn="l">
              <a:lnSpc>
                <a:spcPct val="100000"/>
              </a:lnSpc>
              <a:spcBef>
                <a:spcPts val="500"/>
              </a:spcBef>
              <a:spcAft>
                <a:spcPts val="0"/>
              </a:spcAft>
              <a:buClr>
                <a:schemeClr val="dk1"/>
              </a:buClr>
              <a:buSzPts val="3200"/>
              <a:buNone/>
              <a:defRPr sz="4000" b="0" cap="none">
                <a:solidFill>
                  <a:schemeClr val="dk1"/>
                </a:solidFill>
              </a:defRPr>
            </a:lvl2pPr>
            <a:lvl3pPr marL="1371600" lvl="2" indent="-228600" algn="l">
              <a:lnSpc>
                <a:spcPct val="100000"/>
              </a:lnSpc>
              <a:spcBef>
                <a:spcPts val="500"/>
              </a:spcBef>
              <a:spcAft>
                <a:spcPts val="0"/>
              </a:spcAft>
              <a:buClr>
                <a:schemeClr val="dk1"/>
              </a:buClr>
              <a:buSzPts val="2880"/>
              <a:buNone/>
              <a:defRPr sz="3600" b="0" cap="none">
                <a:solidFill>
                  <a:schemeClr val="dk1"/>
                </a:solidFill>
              </a:defRPr>
            </a:lvl3pPr>
            <a:lvl4pPr marL="1828800" lvl="3" indent="-228600" algn="l">
              <a:lnSpc>
                <a:spcPct val="100000"/>
              </a:lnSpc>
              <a:spcBef>
                <a:spcPts val="500"/>
              </a:spcBef>
              <a:spcAft>
                <a:spcPts val="0"/>
              </a:spcAft>
              <a:buClr>
                <a:schemeClr val="dk1"/>
              </a:buClr>
              <a:buSzPts val="2560"/>
              <a:buNone/>
              <a:defRPr sz="3200" b="0" cap="none">
                <a:solidFill>
                  <a:schemeClr val="dk1"/>
                </a:solidFill>
              </a:defRPr>
            </a:lvl4pPr>
            <a:lvl5pPr marL="2286000" lvl="4" indent="-228600" algn="l">
              <a:lnSpc>
                <a:spcPct val="100000"/>
              </a:lnSpc>
              <a:spcBef>
                <a:spcPts val="500"/>
              </a:spcBef>
              <a:spcAft>
                <a:spcPts val="0"/>
              </a:spcAft>
              <a:buClr>
                <a:schemeClr val="dk1"/>
              </a:buClr>
              <a:buSzPts val="2240"/>
              <a:buNone/>
              <a:defRPr sz="2800" b="0" cap="none">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3" name="Google Shape;333;p62"/>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4" name="Google Shape;334;p62"/>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matchingName="Statement 3">
  <p:cSld name="Statement 3">
    <p:spTree>
      <p:nvGrpSpPr>
        <p:cNvPr id="1" name="Shape 335"/>
        <p:cNvGrpSpPr/>
        <p:nvPr/>
      </p:nvGrpSpPr>
      <p:grpSpPr>
        <a:xfrm>
          <a:off x="0" y="0"/>
          <a:ext cx="0" cy="0"/>
          <a:chOff x="0" y="0"/>
          <a:chExt cx="0" cy="0"/>
        </a:xfrm>
      </p:grpSpPr>
      <p:sp>
        <p:nvSpPr>
          <p:cNvPr id="336" name="Google Shape;336;p63"/>
          <p:cNvSpPr txBox="1">
            <a:spLocks noGrp="1"/>
          </p:cNvSpPr>
          <p:nvPr>
            <p:ph type="title"/>
          </p:nvPr>
        </p:nvSpPr>
        <p:spPr>
          <a:xfrm>
            <a:off x="612648" y="-1228126"/>
            <a:ext cx="10652760" cy="113385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00"/>
              <a:buFont typeface="Arial"/>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7" name="Google Shape;337;p63"/>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63"/>
          <p:cNvSpPr txBox="1">
            <a:spLocks noGrp="1"/>
          </p:cNvSpPr>
          <p:nvPr>
            <p:ph type="body" idx="1"/>
          </p:nvPr>
        </p:nvSpPr>
        <p:spPr>
          <a:xfrm>
            <a:off x="2057400" y="914399"/>
            <a:ext cx="8266176" cy="5308603"/>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1000"/>
              </a:spcBef>
              <a:spcAft>
                <a:spcPts val="0"/>
              </a:spcAft>
              <a:buClr>
                <a:schemeClr val="dk1"/>
              </a:buClr>
              <a:buSzPts val="4800"/>
              <a:buNone/>
              <a:defRPr sz="6000" b="0" cap="none">
                <a:solidFill>
                  <a:schemeClr val="dk1"/>
                </a:solidFill>
              </a:defRPr>
            </a:lvl1pPr>
            <a:lvl2pPr marL="914400" lvl="1" indent="-228600" algn="l">
              <a:lnSpc>
                <a:spcPct val="100000"/>
              </a:lnSpc>
              <a:spcBef>
                <a:spcPts val="500"/>
              </a:spcBef>
              <a:spcAft>
                <a:spcPts val="0"/>
              </a:spcAft>
              <a:buClr>
                <a:schemeClr val="dk1"/>
              </a:buClr>
              <a:buSzPts val="3840"/>
              <a:buNone/>
              <a:defRPr sz="4800" b="0" cap="none">
                <a:solidFill>
                  <a:schemeClr val="dk1"/>
                </a:solidFill>
              </a:defRPr>
            </a:lvl2pPr>
            <a:lvl3pPr marL="1371600" lvl="2" indent="-228600" algn="l">
              <a:lnSpc>
                <a:spcPct val="100000"/>
              </a:lnSpc>
              <a:spcBef>
                <a:spcPts val="500"/>
              </a:spcBef>
              <a:spcAft>
                <a:spcPts val="0"/>
              </a:spcAft>
              <a:buClr>
                <a:schemeClr val="dk1"/>
              </a:buClr>
              <a:buSzPts val="3520"/>
              <a:buNone/>
              <a:defRPr sz="4400" b="0" cap="none">
                <a:solidFill>
                  <a:schemeClr val="dk1"/>
                </a:solidFill>
              </a:defRPr>
            </a:lvl3pPr>
            <a:lvl4pPr marL="1828800" lvl="3" indent="-228600" algn="l">
              <a:lnSpc>
                <a:spcPct val="100000"/>
              </a:lnSpc>
              <a:spcBef>
                <a:spcPts val="500"/>
              </a:spcBef>
              <a:spcAft>
                <a:spcPts val="0"/>
              </a:spcAft>
              <a:buClr>
                <a:schemeClr val="dk1"/>
              </a:buClr>
              <a:buSzPts val="3200"/>
              <a:buNone/>
              <a:defRPr sz="4000" b="0" cap="none">
                <a:solidFill>
                  <a:schemeClr val="dk1"/>
                </a:solidFill>
              </a:defRPr>
            </a:lvl4pPr>
            <a:lvl5pPr marL="2286000" lvl="4" indent="-228600" algn="l">
              <a:lnSpc>
                <a:spcPct val="100000"/>
              </a:lnSpc>
              <a:spcBef>
                <a:spcPts val="500"/>
              </a:spcBef>
              <a:spcAft>
                <a:spcPts val="0"/>
              </a:spcAft>
              <a:buClr>
                <a:schemeClr val="dk1"/>
              </a:buClr>
              <a:buSzPts val="2880"/>
              <a:buNone/>
              <a:defRPr sz="3600" b="0" cap="none">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9" name="Google Shape;339;p63"/>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0" name="Google Shape;340;p63"/>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cxnSp>
        <p:nvCxnSpPr>
          <p:cNvPr id="341" name="Google Shape;341;p63"/>
          <p:cNvCxnSpPr/>
          <p:nvPr/>
        </p:nvCxnSpPr>
        <p:spPr>
          <a:xfrm rot="10800000">
            <a:off x="1371600" y="0"/>
            <a:ext cx="0" cy="6858000"/>
          </a:xfrm>
          <a:prstGeom prst="straightConnector1">
            <a:avLst/>
          </a:prstGeom>
          <a:noFill/>
          <a:ln w="9525" cap="flat" cmpd="sng">
            <a:solidFill>
              <a:schemeClr val="dk1"/>
            </a:solidFill>
            <a:prstDash val="solid"/>
            <a:miter lim="800000"/>
            <a:headEnd type="none" w="sm" len="sm"/>
            <a:tailEnd type="none" w="sm" len="sm"/>
          </a:ln>
        </p:spPr>
      </p:cxn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matchingName="Statement 4">
  <p:cSld name="Statement 4">
    <p:spTree>
      <p:nvGrpSpPr>
        <p:cNvPr id="1" name="Shape 342"/>
        <p:cNvGrpSpPr/>
        <p:nvPr/>
      </p:nvGrpSpPr>
      <p:grpSpPr>
        <a:xfrm>
          <a:off x="0" y="0"/>
          <a:ext cx="0" cy="0"/>
          <a:chOff x="0" y="0"/>
          <a:chExt cx="0" cy="0"/>
        </a:xfrm>
      </p:grpSpPr>
      <p:sp>
        <p:nvSpPr>
          <p:cNvPr id="343" name="Google Shape;343;p64"/>
          <p:cNvSpPr txBox="1">
            <a:spLocks noGrp="1"/>
          </p:cNvSpPr>
          <p:nvPr>
            <p:ph type="title"/>
          </p:nvPr>
        </p:nvSpPr>
        <p:spPr>
          <a:xfrm>
            <a:off x="612648" y="-1228126"/>
            <a:ext cx="10652760" cy="113385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00"/>
              <a:buFont typeface="Arial"/>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4" name="Google Shape;344;p64"/>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5" name="Google Shape;345;p64"/>
          <p:cNvSpPr txBox="1">
            <a:spLocks noGrp="1"/>
          </p:cNvSpPr>
          <p:nvPr>
            <p:ph type="body" idx="1"/>
          </p:nvPr>
        </p:nvSpPr>
        <p:spPr>
          <a:xfrm>
            <a:off x="2057400" y="914400"/>
            <a:ext cx="8266176" cy="502920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1000"/>
              </a:spcBef>
              <a:spcAft>
                <a:spcPts val="0"/>
              </a:spcAft>
              <a:buClr>
                <a:schemeClr val="dk1"/>
              </a:buClr>
              <a:buSzPts val="4800"/>
              <a:buNone/>
              <a:defRPr sz="6000" b="0" cap="none">
                <a:solidFill>
                  <a:schemeClr val="dk1"/>
                </a:solidFill>
              </a:defRPr>
            </a:lvl1pPr>
            <a:lvl2pPr marL="914400" lvl="1" indent="-228600" algn="l">
              <a:lnSpc>
                <a:spcPct val="100000"/>
              </a:lnSpc>
              <a:spcBef>
                <a:spcPts val="500"/>
              </a:spcBef>
              <a:spcAft>
                <a:spcPts val="0"/>
              </a:spcAft>
              <a:buClr>
                <a:schemeClr val="dk1"/>
              </a:buClr>
              <a:buSzPts val="3840"/>
              <a:buNone/>
              <a:defRPr sz="4800" b="0" cap="none">
                <a:solidFill>
                  <a:schemeClr val="dk1"/>
                </a:solidFill>
              </a:defRPr>
            </a:lvl2pPr>
            <a:lvl3pPr marL="1371600" lvl="2" indent="-228600" algn="l">
              <a:lnSpc>
                <a:spcPct val="100000"/>
              </a:lnSpc>
              <a:spcBef>
                <a:spcPts val="500"/>
              </a:spcBef>
              <a:spcAft>
                <a:spcPts val="0"/>
              </a:spcAft>
              <a:buClr>
                <a:schemeClr val="dk1"/>
              </a:buClr>
              <a:buSzPts val="3520"/>
              <a:buNone/>
              <a:defRPr sz="4400" b="0" cap="none">
                <a:solidFill>
                  <a:schemeClr val="dk1"/>
                </a:solidFill>
              </a:defRPr>
            </a:lvl3pPr>
            <a:lvl4pPr marL="1828800" lvl="3" indent="-228600" algn="l">
              <a:lnSpc>
                <a:spcPct val="100000"/>
              </a:lnSpc>
              <a:spcBef>
                <a:spcPts val="500"/>
              </a:spcBef>
              <a:spcAft>
                <a:spcPts val="0"/>
              </a:spcAft>
              <a:buClr>
                <a:schemeClr val="dk1"/>
              </a:buClr>
              <a:buSzPts val="3200"/>
              <a:buNone/>
              <a:defRPr sz="4000" b="0" cap="none">
                <a:solidFill>
                  <a:schemeClr val="dk1"/>
                </a:solidFill>
              </a:defRPr>
            </a:lvl4pPr>
            <a:lvl5pPr marL="2286000" lvl="4" indent="-228600" algn="l">
              <a:lnSpc>
                <a:spcPct val="100000"/>
              </a:lnSpc>
              <a:spcBef>
                <a:spcPts val="500"/>
              </a:spcBef>
              <a:spcAft>
                <a:spcPts val="0"/>
              </a:spcAft>
              <a:buClr>
                <a:schemeClr val="dk1"/>
              </a:buClr>
              <a:buSzPts val="2880"/>
              <a:buNone/>
              <a:defRPr sz="3600" b="0" cap="none">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6" name="Google Shape;346;p64"/>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7" name="Google Shape;347;p64"/>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cxnSp>
        <p:nvCxnSpPr>
          <p:cNvPr id="348" name="Google Shape;348;p64"/>
          <p:cNvCxnSpPr/>
          <p:nvPr/>
        </p:nvCxnSpPr>
        <p:spPr>
          <a:xfrm rot="10800000">
            <a:off x="1371600" y="0"/>
            <a:ext cx="0" cy="6858000"/>
          </a:xfrm>
          <a:prstGeom prst="straightConnector1">
            <a:avLst/>
          </a:prstGeom>
          <a:noFill/>
          <a:ln w="9525" cap="flat" cmpd="sng">
            <a:solidFill>
              <a:schemeClr val="dk1"/>
            </a:solidFill>
            <a:prstDash val="solid"/>
            <a:miter lim="800000"/>
            <a:headEnd type="none" w="sm" len="sm"/>
            <a:tailEnd type="none" w="sm" len="sm"/>
          </a:ln>
        </p:spPr>
      </p:cxn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matchingName="Quote">
  <p:cSld name="Quote">
    <p:spTree>
      <p:nvGrpSpPr>
        <p:cNvPr id="1" name="Shape 349"/>
        <p:cNvGrpSpPr/>
        <p:nvPr/>
      </p:nvGrpSpPr>
      <p:grpSpPr>
        <a:xfrm>
          <a:off x="0" y="0"/>
          <a:ext cx="0" cy="0"/>
          <a:chOff x="0" y="0"/>
          <a:chExt cx="0" cy="0"/>
        </a:xfrm>
      </p:grpSpPr>
      <p:sp>
        <p:nvSpPr>
          <p:cNvPr id="350" name="Google Shape;350;p65"/>
          <p:cNvSpPr txBox="1">
            <a:spLocks noGrp="1"/>
          </p:cNvSpPr>
          <p:nvPr>
            <p:ph type="title"/>
          </p:nvPr>
        </p:nvSpPr>
        <p:spPr>
          <a:xfrm>
            <a:off x="2940168" y="5669280"/>
            <a:ext cx="6311664" cy="466344"/>
          </a:xfrm>
          <a:prstGeom prst="rect">
            <a:avLst/>
          </a:prstGeom>
          <a:noFill/>
          <a:ln>
            <a:noFill/>
          </a:ln>
        </p:spPr>
        <p:txBody>
          <a:bodyPr spcFirstLastPara="1" wrap="square" lIns="91425" tIns="45700" rIns="91425" bIns="45700" anchor="ctr" anchorCtr="0">
            <a:normAutofit/>
          </a:bodyPr>
          <a:lstStyle>
            <a:lvl1pPr lvl="0" algn="ctr">
              <a:lnSpc>
                <a:spcPct val="110000"/>
              </a:lnSpc>
              <a:spcBef>
                <a:spcPts val="1000"/>
              </a:spcBef>
              <a:spcAft>
                <a:spcPts val="0"/>
              </a:spcAft>
              <a:buClr>
                <a:schemeClr val="dk1"/>
              </a:buClr>
              <a:buSzPts val="1800"/>
              <a:buFont typeface="Sorts Mill Goudy"/>
              <a:buNone/>
              <a:defRPr sz="1800" cap="none">
                <a:latin typeface="Sorts Mill Goudy"/>
                <a:ea typeface="Sorts Mill Goudy"/>
                <a:cs typeface="Sorts Mill Goudy"/>
                <a:sym typeface="Sorts Mill Goud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1" name="Google Shape;351;p65"/>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2" name="Google Shape;352;p65"/>
          <p:cNvSpPr txBox="1">
            <a:spLocks noGrp="1"/>
          </p:cNvSpPr>
          <p:nvPr>
            <p:ph type="body" idx="1"/>
          </p:nvPr>
        </p:nvSpPr>
        <p:spPr>
          <a:xfrm>
            <a:off x="2597135" y="1744578"/>
            <a:ext cx="6997730" cy="3507906"/>
          </a:xfrm>
          <a:prstGeom prst="rect">
            <a:avLst/>
          </a:prstGeom>
          <a:noFill/>
          <a:ln>
            <a:noFill/>
          </a:ln>
        </p:spPr>
        <p:txBody>
          <a:bodyPr spcFirstLastPara="1" wrap="square" lIns="91425" tIns="45700" rIns="91425" bIns="45700" anchor="b" anchorCtr="0">
            <a:normAutofit/>
          </a:bodyPr>
          <a:lstStyle>
            <a:lvl1pPr marL="457200" lvl="0" indent="-228600" algn="ctr">
              <a:lnSpc>
                <a:spcPct val="100000"/>
              </a:lnSpc>
              <a:spcBef>
                <a:spcPts val="0"/>
              </a:spcBef>
              <a:spcAft>
                <a:spcPts val="0"/>
              </a:spcAft>
              <a:buClr>
                <a:schemeClr val="dk1"/>
              </a:buClr>
              <a:buSzPts val="4800"/>
              <a:buNone/>
              <a:defRPr sz="6000" cap="none">
                <a:latin typeface="Sorts Mill Goudy"/>
                <a:ea typeface="Sorts Mill Goudy"/>
                <a:cs typeface="Sorts Mill Goudy"/>
                <a:sym typeface="Sorts Mill Goudy"/>
              </a:defRPr>
            </a:lvl1pPr>
            <a:lvl2pPr marL="914400" lvl="1" indent="-320040" algn="l">
              <a:lnSpc>
                <a:spcPct val="110000"/>
              </a:lnSpc>
              <a:spcBef>
                <a:spcPts val="500"/>
              </a:spcBef>
              <a:spcAft>
                <a:spcPts val="0"/>
              </a:spcAft>
              <a:buClr>
                <a:schemeClr val="dk1"/>
              </a:buClr>
              <a:buSzPts val="1440"/>
              <a:buChar char="–"/>
              <a:defRPr/>
            </a:lvl2pPr>
            <a:lvl3pPr marL="1371600" lvl="2" indent="-320039" algn="l">
              <a:lnSpc>
                <a:spcPct val="110000"/>
              </a:lnSpc>
              <a:spcBef>
                <a:spcPts val="500"/>
              </a:spcBef>
              <a:spcAft>
                <a:spcPts val="0"/>
              </a:spcAft>
              <a:buClr>
                <a:schemeClr val="dk1"/>
              </a:buClr>
              <a:buSzPts val="1440"/>
              <a:buChar char="•"/>
              <a:defRPr/>
            </a:lvl3pPr>
            <a:lvl4pPr marL="1828800" lvl="3" indent="-320039" algn="l">
              <a:lnSpc>
                <a:spcPct val="110000"/>
              </a:lnSpc>
              <a:spcBef>
                <a:spcPts val="500"/>
              </a:spcBef>
              <a:spcAft>
                <a:spcPts val="0"/>
              </a:spcAft>
              <a:buClr>
                <a:schemeClr val="dk1"/>
              </a:buClr>
              <a:buSzPts val="1440"/>
              <a:buChar char="–"/>
              <a:defRPr/>
            </a:lvl4pPr>
            <a:lvl5pPr marL="2286000" lvl="4" indent="-320039" algn="l">
              <a:lnSpc>
                <a:spcPct val="110000"/>
              </a:lnSpc>
              <a:spcBef>
                <a:spcPts val="500"/>
              </a:spcBef>
              <a:spcAft>
                <a:spcPts val="0"/>
              </a:spcAft>
              <a:buClr>
                <a:schemeClr val="dk1"/>
              </a:buClr>
              <a:buSzPts val="144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3" name="Google Shape;353;p65"/>
          <p:cNvSpPr/>
          <p:nvPr/>
        </p:nvSpPr>
        <p:spPr>
          <a:xfrm rot="-5400000">
            <a:off x="2811380" y="-1681974"/>
            <a:ext cx="6569242" cy="10510705"/>
          </a:xfrm>
          <a:custGeom>
            <a:avLst/>
            <a:gdLst/>
            <a:ahLst/>
            <a:cxnLst/>
            <a:rect l="l" t="t" r="r" b="b"/>
            <a:pathLst>
              <a:path w="3139529" h="5429563" extrusionOk="0">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Sorts Mill Goudy"/>
              <a:ea typeface="Sorts Mill Goudy"/>
              <a:cs typeface="Sorts Mill Goudy"/>
              <a:sym typeface="Sorts Mill Goudy"/>
            </a:endParaRPr>
          </a:p>
        </p:txBody>
      </p:sp>
      <p:sp>
        <p:nvSpPr>
          <p:cNvPr id="354" name="Google Shape;354;p65"/>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5" name="Google Shape;355;p65"/>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matchingName="Quote 2">
  <p:cSld name="Quote 2">
    <p:spTree>
      <p:nvGrpSpPr>
        <p:cNvPr id="1" name="Shape 356"/>
        <p:cNvGrpSpPr/>
        <p:nvPr/>
      </p:nvGrpSpPr>
      <p:grpSpPr>
        <a:xfrm>
          <a:off x="0" y="0"/>
          <a:ext cx="0" cy="0"/>
          <a:chOff x="0" y="0"/>
          <a:chExt cx="0" cy="0"/>
        </a:xfrm>
      </p:grpSpPr>
      <p:sp>
        <p:nvSpPr>
          <p:cNvPr id="357" name="Google Shape;357;p66"/>
          <p:cNvSpPr txBox="1">
            <a:spLocks noGrp="1"/>
          </p:cNvSpPr>
          <p:nvPr>
            <p:ph type="title"/>
          </p:nvPr>
        </p:nvSpPr>
        <p:spPr>
          <a:xfrm>
            <a:off x="2057386" y="5349240"/>
            <a:ext cx="9052559" cy="46634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Font typeface="Sorts Mill Goudy"/>
              <a:buNone/>
              <a:defRPr sz="1800">
                <a:latin typeface="Sorts Mill Goudy"/>
                <a:ea typeface="Sorts Mill Goudy"/>
                <a:cs typeface="Sorts Mill Goudy"/>
                <a:sym typeface="Sorts Mill Goud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8" name="Google Shape;358;p66"/>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l" rtl="1">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9" name="Google Shape;359;p66"/>
          <p:cNvSpPr txBox="1">
            <a:spLocks noGrp="1"/>
          </p:cNvSpPr>
          <p:nvPr>
            <p:ph type="body" idx="1"/>
          </p:nvPr>
        </p:nvSpPr>
        <p:spPr>
          <a:xfrm>
            <a:off x="2057387" y="1344168"/>
            <a:ext cx="9052559" cy="329184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4320"/>
              <a:buNone/>
              <a:defRPr sz="5400" cap="none"/>
            </a:lvl1pPr>
            <a:lvl2pPr marL="914400" lvl="1" indent="-320040" algn="l">
              <a:lnSpc>
                <a:spcPct val="110000"/>
              </a:lnSpc>
              <a:spcBef>
                <a:spcPts val="500"/>
              </a:spcBef>
              <a:spcAft>
                <a:spcPts val="0"/>
              </a:spcAft>
              <a:buClr>
                <a:schemeClr val="dk1"/>
              </a:buClr>
              <a:buSzPts val="1440"/>
              <a:buChar char="–"/>
              <a:defRPr/>
            </a:lvl2pPr>
            <a:lvl3pPr marL="1371600" lvl="2" indent="-320039" algn="l">
              <a:lnSpc>
                <a:spcPct val="110000"/>
              </a:lnSpc>
              <a:spcBef>
                <a:spcPts val="500"/>
              </a:spcBef>
              <a:spcAft>
                <a:spcPts val="0"/>
              </a:spcAft>
              <a:buClr>
                <a:schemeClr val="dk1"/>
              </a:buClr>
              <a:buSzPts val="1440"/>
              <a:buChar char="•"/>
              <a:defRPr/>
            </a:lvl3pPr>
            <a:lvl4pPr marL="1828800" lvl="3" indent="-320039" algn="l">
              <a:lnSpc>
                <a:spcPct val="110000"/>
              </a:lnSpc>
              <a:spcBef>
                <a:spcPts val="500"/>
              </a:spcBef>
              <a:spcAft>
                <a:spcPts val="0"/>
              </a:spcAft>
              <a:buClr>
                <a:schemeClr val="dk1"/>
              </a:buClr>
              <a:buSzPts val="1440"/>
              <a:buChar char="–"/>
              <a:defRPr/>
            </a:lvl4pPr>
            <a:lvl5pPr marL="2286000" lvl="4" indent="-320039" algn="l">
              <a:lnSpc>
                <a:spcPct val="110000"/>
              </a:lnSpc>
              <a:spcBef>
                <a:spcPts val="500"/>
              </a:spcBef>
              <a:spcAft>
                <a:spcPts val="0"/>
              </a:spcAft>
              <a:buClr>
                <a:schemeClr val="dk1"/>
              </a:buClr>
              <a:buSzPts val="144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0" name="Google Shape;360;p66"/>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l" rtl="1">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1" name="Google Shape;361;p66"/>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rtl="1">
              <a:spcBef>
                <a:spcPts val="0"/>
              </a:spcBef>
              <a:buNone/>
              <a:defRPr sz="1000">
                <a:solidFill>
                  <a:schemeClr val="dk1"/>
                </a:solidFill>
                <a:latin typeface="Sorts Mill Goudy"/>
                <a:ea typeface="Sorts Mill Goudy"/>
                <a:cs typeface="Sorts Mill Goudy"/>
                <a:sym typeface="Sorts Mill Goudy"/>
              </a:defRPr>
            </a:lvl1pPr>
            <a:lvl2pPr marL="0" lvl="1" indent="0" algn="ctr" rtl="1">
              <a:spcBef>
                <a:spcPts val="0"/>
              </a:spcBef>
              <a:buNone/>
              <a:defRPr sz="1000">
                <a:solidFill>
                  <a:schemeClr val="dk1"/>
                </a:solidFill>
                <a:latin typeface="Sorts Mill Goudy"/>
                <a:ea typeface="Sorts Mill Goudy"/>
                <a:cs typeface="Sorts Mill Goudy"/>
                <a:sym typeface="Sorts Mill Goudy"/>
              </a:defRPr>
            </a:lvl2pPr>
            <a:lvl3pPr marL="0" lvl="2" indent="0" algn="ctr" rtl="1">
              <a:spcBef>
                <a:spcPts val="0"/>
              </a:spcBef>
              <a:buNone/>
              <a:defRPr sz="1000">
                <a:solidFill>
                  <a:schemeClr val="dk1"/>
                </a:solidFill>
                <a:latin typeface="Sorts Mill Goudy"/>
                <a:ea typeface="Sorts Mill Goudy"/>
                <a:cs typeface="Sorts Mill Goudy"/>
                <a:sym typeface="Sorts Mill Goudy"/>
              </a:defRPr>
            </a:lvl3pPr>
            <a:lvl4pPr marL="0" lvl="3" indent="0" algn="ctr" rtl="1">
              <a:spcBef>
                <a:spcPts val="0"/>
              </a:spcBef>
              <a:buNone/>
              <a:defRPr sz="1000">
                <a:solidFill>
                  <a:schemeClr val="dk1"/>
                </a:solidFill>
                <a:latin typeface="Sorts Mill Goudy"/>
                <a:ea typeface="Sorts Mill Goudy"/>
                <a:cs typeface="Sorts Mill Goudy"/>
                <a:sym typeface="Sorts Mill Goudy"/>
              </a:defRPr>
            </a:lvl4pPr>
            <a:lvl5pPr marL="0" lvl="4" indent="0" algn="ctr" rtl="1">
              <a:spcBef>
                <a:spcPts val="0"/>
              </a:spcBef>
              <a:buNone/>
              <a:defRPr sz="1000">
                <a:solidFill>
                  <a:schemeClr val="dk1"/>
                </a:solidFill>
                <a:latin typeface="Sorts Mill Goudy"/>
                <a:ea typeface="Sorts Mill Goudy"/>
                <a:cs typeface="Sorts Mill Goudy"/>
                <a:sym typeface="Sorts Mill Goudy"/>
              </a:defRPr>
            </a:lvl5pPr>
            <a:lvl6pPr marL="0" lvl="5" indent="0" algn="ctr" rtl="1">
              <a:spcBef>
                <a:spcPts val="0"/>
              </a:spcBef>
              <a:buNone/>
              <a:defRPr sz="1000">
                <a:solidFill>
                  <a:schemeClr val="dk1"/>
                </a:solidFill>
                <a:latin typeface="Sorts Mill Goudy"/>
                <a:ea typeface="Sorts Mill Goudy"/>
                <a:cs typeface="Sorts Mill Goudy"/>
                <a:sym typeface="Sorts Mill Goudy"/>
              </a:defRPr>
            </a:lvl6pPr>
            <a:lvl7pPr marL="0" lvl="6" indent="0" algn="ctr" rtl="1">
              <a:spcBef>
                <a:spcPts val="0"/>
              </a:spcBef>
              <a:buNone/>
              <a:defRPr sz="1000">
                <a:solidFill>
                  <a:schemeClr val="dk1"/>
                </a:solidFill>
                <a:latin typeface="Sorts Mill Goudy"/>
                <a:ea typeface="Sorts Mill Goudy"/>
                <a:cs typeface="Sorts Mill Goudy"/>
                <a:sym typeface="Sorts Mill Goudy"/>
              </a:defRPr>
            </a:lvl7pPr>
            <a:lvl8pPr marL="0" lvl="7" indent="0" algn="ctr" rtl="1">
              <a:spcBef>
                <a:spcPts val="0"/>
              </a:spcBef>
              <a:buNone/>
              <a:defRPr sz="1000">
                <a:solidFill>
                  <a:schemeClr val="dk1"/>
                </a:solidFill>
                <a:latin typeface="Sorts Mill Goudy"/>
                <a:ea typeface="Sorts Mill Goudy"/>
                <a:cs typeface="Sorts Mill Goudy"/>
                <a:sym typeface="Sorts Mill Goudy"/>
              </a:defRPr>
            </a:lvl8pPr>
            <a:lvl9pPr marL="0" lvl="8" indent="0" algn="ctr" rtl="1">
              <a:spcBef>
                <a:spcPts val="0"/>
              </a:spcBef>
              <a:buNone/>
              <a:defRPr sz="1000">
                <a:solidFill>
                  <a:schemeClr val="dk1"/>
                </a:solidFill>
                <a:latin typeface="Sorts Mill Goudy"/>
                <a:ea typeface="Sorts Mill Goudy"/>
                <a:cs typeface="Sorts Mill Goudy"/>
                <a:sym typeface="Sorts Mill Goudy"/>
              </a:defRPr>
            </a:lvl9pPr>
          </a:lstStyle>
          <a:p>
            <a:pPr marL="0" lvl="0" indent="0" algn="ctr" rtl="1">
              <a:spcBef>
                <a:spcPts val="0"/>
              </a:spcBef>
              <a:spcAft>
                <a:spcPts val="0"/>
              </a:spcAft>
              <a:buNone/>
            </a:pPr>
            <a:fld id="{00000000-1234-1234-1234-123412341234}" type="slidenum">
              <a:rPr lang="es-ES"/>
              <a:t>‹Nº›</a:t>
            </a:fld>
            <a:endParaRPr/>
          </a:p>
        </p:txBody>
      </p:sp>
      <p:cxnSp>
        <p:nvCxnSpPr>
          <p:cNvPr id="362" name="Google Shape;362;p66"/>
          <p:cNvCxnSpPr/>
          <p:nvPr/>
        </p:nvCxnSpPr>
        <p:spPr>
          <a:xfrm rot="10800000">
            <a:off x="1371600" y="0"/>
            <a:ext cx="0" cy="6858000"/>
          </a:xfrm>
          <a:prstGeom prst="straightConnector1">
            <a:avLst/>
          </a:prstGeom>
          <a:noFill/>
          <a:ln w="9525" cap="flat" cmpd="sng">
            <a:solidFill>
              <a:schemeClr val="dk1"/>
            </a:solidFill>
            <a:prstDash val="solid"/>
            <a:miter lim="800000"/>
            <a:headEnd type="none" w="sm" len="sm"/>
            <a:tailEnd type="none" w="sm" len="sm"/>
          </a:ln>
        </p:spPr>
      </p:cxn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matchingName="Quote 3">
  <p:cSld name="Quote 3">
    <p:spTree>
      <p:nvGrpSpPr>
        <p:cNvPr id="1" name="Shape 363"/>
        <p:cNvGrpSpPr/>
        <p:nvPr/>
      </p:nvGrpSpPr>
      <p:grpSpPr>
        <a:xfrm>
          <a:off x="0" y="0"/>
          <a:ext cx="0" cy="0"/>
          <a:chOff x="0" y="0"/>
          <a:chExt cx="0" cy="0"/>
        </a:xfrm>
      </p:grpSpPr>
      <p:sp>
        <p:nvSpPr>
          <p:cNvPr id="364" name="Google Shape;364;p67"/>
          <p:cNvSpPr txBox="1">
            <a:spLocks noGrp="1"/>
          </p:cNvSpPr>
          <p:nvPr>
            <p:ph type="title"/>
          </p:nvPr>
        </p:nvSpPr>
        <p:spPr>
          <a:xfrm>
            <a:off x="914398" y="5529263"/>
            <a:ext cx="8961121" cy="977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Font typeface="Sorts Mill Goudy"/>
              <a:buNone/>
              <a:defRPr sz="1800">
                <a:latin typeface="Sorts Mill Goudy"/>
                <a:ea typeface="Sorts Mill Goudy"/>
                <a:cs typeface="Sorts Mill Goudy"/>
                <a:sym typeface="Sorts Mill Goud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5" name="Google Shape;365;p67"/>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l" rtl="1">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6" name="Google Shape;366;p67"/>
          <p:cNvSpPr txBox="1">
            <a:spLocks noGrp="1"/>
          </p:cNvSpPr>
          <p:nvPr>
            <p:ph type="body" idx="1"/>
          </p:nvPr>
        </p:nvSpPr>
        <p:spPr>
          <a:xfrm>
            <a:off x="914400" y="1005839"/>
            <a:ext cx="8961438" cy="3751899"/>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0"/>
              </a:spcBef>
              <a:spcAft>
                <a:spcPts val="0"/>
              </a:spcAft>
              <a:buClr>
                <a:schemeClr val="dk1"/>
              </a:buClr>
              <a:buSzPts val="4800"/>
              <a:buNone/>
              <a:defRPr sz="6000" cap="none"/>
            </a:lvl1pPr>
            <a:lvl2pPr marL="914400" lvl="1" indent="-320040" algn="l">
              <a:lnSpc>
                <a:spcPct val="110000"/>
              </a:lnSpc>
              <a:spcBef>
                <a:spcPts val="500"/>
              </a:spcBef>
              <a:spcAft>
                <a:spcPts val="0"/>
              </a:spcAft>
              <a:buClr>
                <a:schemeClr val="dk1"/>
              </a:buClr>
              <a:buSzPts val="1440"/>
              <a:buChar char="–"/>
              <a:defRPr/>
            </a:lvl2pPr>
            <a:lvl3pPr marL="1371600" lvl="2" indent="-320039" algn="l">
              <a:lnSpc>
                <a:spcPct val="110000"/>
              </a:lnSpc>
              <a:spcBef>
                <a:spcPts val="500"/>
              </a:spcBef>
              <a:spcAft>
                <a:spcPts val="0"/>
              </a:spcAft>
              <a:buClr>
                <a:schemeClr val="dk1"/>
              </a:buClr>
              <a:buSzPts val="1440"/>
              <a:buChar char="•"/>
              <a:defRPr/>
            </a:lvl3pPr>
            <a:lvl4pPr marL="1828800" lvl="3" indent="-320039" algn="l">
              <a:lnSpc>
                <a:spcPct val="110000"/>
              </a:lnSpc>
              <a:spcBef>
                <a:spcPts val="500"/>
              </a:spcBef>
              <a:spcAft>
                <a:spcPts val="0"/>
              </a:spcAft>
              <a:buClr>
                <a:schemeClr val="dk1"/>
              </a:buClr>
              <a:buSzPts val="1440"/>
              <a:buChar char="–"/>
              <a:defRPr/>
            </a:lvl4pPr>
            <a:lvl5pPr marL="2286000" lvl="4" indent="-320039" algn="l">
              <a:lnSpc>
                <a:spcPct val="110000"/>
              </a:lnSpc>
              <a:spcBef>
                <a:spcPts val="500"/>
              </a:spcBef>
              <a:spcAft>
                <a:spcPts val="0"/>
              </a:spcAft>
              <a:buClr>
                <a:schemeClr val="dk1"/>
              </a:buClr>
              <a:buSzPts val="144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7" name="Google Shape;367;p67"/>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l" rtl="1">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8" name="Google Shape;368;p67"/>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rtl="1">
              <a:spcBef>
                <a:spcPts val="0"/>
              </a:spcBef>
              <a:buNone/>
              <a:defRPr sz="1000">
                <a:solidFill>
                  <a:schemeClr val="dk1"/>
                </a:solidFill>
                <a:latin typeface="Sorts Mill Goudy"/>
                <a:ea typeface="Sorts Mill Goudy"/>
                <a:cs typeface="Sorts Mill Goudy"/>
                <a:sym typeface="Sorts Mill Goudy"/>
              </a:defRPr>
            </a:lvl1pPr>
            <a:lvl2pPr marL="0" lvl="1" indent="0" algn="ctr" rtl="1">
              <a:spcBef>
                <a:spcPts val="0"/>
              </a:spcBef>
              <a:buNone/>
              <a:defRPr sz="1000">
                <a:solidFill>
                  <a:schemeClr val="dk1"/>
                </a:solidFill>
                <a:latin typeface="Sorts Mill Goudy"/>
                <a:ea typeface="Sorts Mill Goudy"/>
                <a:cs typeface="Sorts Mill Goudy"/>
                <a:sym typeface="Sorts Mill Goudy"/>
              </a:defRPr>
            </a:lvl2pPr>
            <a:lvl3pPr marL="0" lvl="2" indent="0" algn="ctr" rtl="1">
              <a:spcBef>
                <a:spcPts val="0"/>
              </a:spcBef>
              <a:buNone/>
              <a:defRPr sz="1000">
                <a:solidFill>
                  <a:schemeClr val="dk1"/>
                </a:solidFill>
                <a:latin typeface="Sorts Mill Goudy"/>
                <a:ea typeface="Sorts Mill Goudy"/>
                <a:cs typeface="Sorts Mill Goudy"/>
                <a:sym typeface="Sorts Mill Goudy"/>
              </a:defRPr>
            </a:lvl3pPr>
            <a:lvl4pPr marL="0" lvl="3" indent="0" algn="ctr" rtl="1">
              <a:spcBef>
                <a:spcPts val="0"/>
              </a:spcBef>
              <a:buNone/>
              <a:defRPr sz="1000">
                <a:solidFill>
                  <a:schemeClr val="dk1"/>
                </a:solidFill>
                <a:latin typeface="Sorts Mill Goudy"/>
                <a:ea typeface="Sorts Mill Goudy"/>
                <a:cs typeface="Sorts Mill Goudy"/>
                <a:sym typeface="Sorts Mill Goudy"/>
              </a:defRPr>
            </a:lvl4pPr>
            <a:lvl5pPr marL="0" lvl="4" indent="0" algn="ctr" rtl="1">
              <a:spcBef>
                <a:spcPts val="0"/>
              </a:spcBef>
              <a:buNone/>
              <a:defRPr sz="1000">
                <a:solidFill>
                  <a:schemeClr val="dk1"/>
                </a:solidFill>
                <a:latin typeface="Sorts Mill Goudy"/>
                <a:ea typeface="Sorts Mill Goudy"/>
                <a:cs typeface="Sorts Mill Goudy"/>
                <a:sym typeface="Sorts Mill Goudy"/>
              </a:defRPr>
            </a:lvl5pPr>
            <a:lvl6pPr marL="0" lvl="5" indent="0" algn="ctr" rtl="1">
              <a:spcBef>
                <a:spcPts val="0"/>
              </a:spcBef>
              <a:buNone/>
              <a:defRPr sz="1000">
                <a:solidFill>
                  <a:schemeClr val="dk1"/>
                </a:solidFill>
                <a:latin typeface="Sorts Mill Goudy"/>
                <a:ea typeface="Sorts Mill Goudy"/>
                <a:cs typeface="Sorts Mill Goudy"/>
                <a:sym typeface="Sorts Mill Goudy"/>
              </a:defRPr>
            </a:lvl6pPr>
            <a:lvl7pPr marL="0" lvl="6" indent="0" algn="ctr" rtl="1">
              <a:spcBef>
                <a:spcPts val="0"/>
              </a:spcBef>
              <a:buNone/>
              <a:defRPr sz="1000">
                <a:solidFill>
                  <a:schemeClr val="dk1"/>
                </a:solidFill>
                <a:latin typeface="Sorts Mill Goudy"/>
                <a:ea typeface="Sorts Mill Goudy"/>
                <a:cs typeface="Sorts Mill Goudy"/>
                <a:sym typeface="Sorts Mill Goudy"/>
              </a:defRPr>
            </a:lvl7pPr>
            <a:lvl8pPr marL="0" lvl="7" indent="0" algn="ctr" rtl="1">
              <a:spcBef>
                <a:spcPts val="0"/>
              </a:spcBef>
              <a:buNone/>
              <a:defRPr sz="1000">
                <a:solidFill>
                  <a:schemeClr val="dk1"/>
                </a:solidFill>
                <a:latin typeface="Sorts Mill Goudy"/>
                <a:ea typeface="Sorts Mill Goudy"/>
                <a:cs typeface="Sorts Mill Goudy"/>
                <a:sym typeface="Sorts Mill Goudy"/>
              </a:defRPr>
            </a:lvl8pPr>
            <a:lvl9pPr marL="0" lvl="8" indent="0" algn="ctr" rtl="1">
              <a:spcBef>
                <a:spcPts val="0"/>
              </a:spcBef>
              <a:buNone/>
              <a:defRPr sz="1000">
                <a:solidFill>
                  <a:schemeClr val="dk1"/>
                </a:solidFill>
                <a:latin typeface="Sorts Mill Goudy"/>
                <a:ea typeface="Sorts Mill Goudy"/>
                <a:cs typeface="Sorts Mill Goudy"/>
                <a:sym typeface="Sorts Mill Goudy"/>
              </a:defRPr>
            </a:lvl9pPr>
          </a:lstStyle>
          <a:p>
            <a:pPr marL="0" lvl="0" indent="0" algn="ctr" rtl="1">
              <a:spcBef>
                <a:spcPts val="0"/>
              </a:spcBef>
              <a:spcAft>
                <a:spcPts val="0"/>
              </a:spcAft>
              <a:buNone/>
            </a:pPr>
            <a:fld id="{00000000-1234-1234-1234-123412341234}" type="slidenum">
              <a:rPr lang="es-ES"/>
              <a:t>‹Nº›</a:t>
            </a:fld>
            <a:endParaRPr/>
          </a:p>
        </p:txBody>
      </p:sp>
      <p:cxnSp>
        <p:nvCxnSpPr>
          <p:cNvPr id="369" name="Google Shape;369;p67"/>
          <p:cNvCxnSpPr/>
          <p:nvPr/>
        </p:nvCxnSpPr>
        <p:spPr>
          <a:xfrm rot="10800000">
            <a:off x="4" y="5143500"/>
            <a:ext cx="12191996" cy="0"/>
          </a:xfrm>
          <a:prstGeom prst="straightConnector1">
            <a:avLst/>
          </a:prstGeom>
          <a:noFill/>
          <a:ln w="9525" cap="flat" cmpd="sng">
            <a:solidFill>
              <a:schemeClr val="dk1"/>
            </a:solidFill>
            <a:prstDash val="solid"/>
            <a:miter lim="800000"/>
            <a:headEnd type="none" w="sm" len="sm"/>
            <a:tailEnd type="none" w="sm" len="sm"/>
          </a:ln>
        </p:spPr>
      </p:cxn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370"/>
        <p:cNvGrpSpPr/>
        <p:nvPr/>
      </p:nvGrpSpPr>
      <p:grpSpPr>
        <a:xfrm>
          <a:off x="0" y="0"/>
          <a:ext cx="0" cy="0"/>
          <a:chOff x="0" y="0"/>
          <a:chExt cx="0" cy="0"/>
        </a:xfrm>
      </p:grpSpPr>
      <p:sp>
        <p:nvSpPr>
          <p:cNvPr id="371" name="Google Shape;371;p68"/>
          <p:cNvSpPr txBox="1">
            <a:spLocks noGrp="1"/>
          </p:cNvSpPr>
          <p:nvPr>
            <p:ph type="title"/>
          </p:nvPr>
        </p:nvSpPr>
        <p:spPr>
          <a:xfrm>
            <a:off x="731520" y="365760"/>
            <a:ext cx="10741152" cy="113225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00"/>
              <a:buFont typeface="Arial"/>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2" name="Google Shape;372;p68"/>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68"/>
          <p:cNvSpPr txBox="1">
            <a:spLocks noGrp="1"/>
          </p:cNvSpPr>
          <p:nvPr>
            <p:ph type="body" idx="1"/>
          </p:nvPr>
        </p:nvSpPr>
        <p:spPr>
          <a:xfrm>
            <a:off x="731520" y="2103120"/>
            <a:ext cx="5157787" cy="559834"/>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1600"/>
              <a:buNone/>
              <a:defRPr sz="2000" b="0" cap="none">
                <a:solidFill>
                  <a:schemeClr val="dk1"/>
                </a:solidFill>
              </a:defRPr>
            </a:lvl1pPr>
            <a:lvl2pPr marL="914400" lvl="1" indent="-228600" algn="l">
              <a:lnSpc>
                <a:spcPct val="110000"/>
              </a:lnSpc>
              <a:spcBef>
                <a:spcPts val="500"/>
              </a:spcBef>
              <a:spcAft>
                <a:spcPts val="0"/>
              </a:spcAft>
              <a:buClr>
                <a:schemeClr val="dk1"/>
              </a:buClr>
              <a:buSzPts val="1600"/>
              <a:buNone/>
              <a:defRPr sz="2000" b="1"/>
            </a:lvl2pPr>
            <a:lvl3pPr marL="1371600" lvl="2" indent="-228600" algn="l">
              <a:lnSpc>
                <a:spcPct val="110000"/>
              </a:lnSpc>
              <a:spcBef>
                <a:spcPts val="500"/>
              </a:spcBef>
              <a:spcAft>
                <a:spcPts val="0"/>
              </a:spcAft>
              <a:buClr>
                <a:schemeClr val="dk1"/>
              </a:buClr>
              <a:buSzPts val="1440"/>
              <a:buNone/>
              <a:defRPr sz="1800" b="1"/>
            </a:lvl3pPr>
            <a:lvl4pPr marL="1828800" lvl="3" indent="-228600" algn="l">
              <a:lnSpc>
                <a:spcPct val="110000"/>
              </a:lnSpc>
              <a:spcBef>
                <a:spcPts val="500"/>
              </a:spcBef>
              <a:spcAft>
                <a:spcPts val="0"/>
              </a:spcAft>
              <a:buClr>
                <a:schemeClr val="dk1"/>
              </a:buClr>
              <a:buSzPts val="1280"/>
              <a:buNone/>
              <a:defRPr sz="1600" b="1"/>
            </a:lvl4pPr>
            <a:lvl5pPr marL="2286000" lvl="4" indent="-228600" algn="l">
              <a:lnSpc>
                <a:spcPct val="110000"/>
              </a:lnSpc>
              <a:spcBef>
                <a:spcPts val="500"/>
              </a:spcBef>
              <a:spcAft>
                <a:spcPts val="0"/>
              </a:spcAft>
              <a:buClr>
                <a:schemeClr val="dk1"/>
              </a:buClr>
              <a:buSzPts val="128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74" name="Google Shape;374;p68"/>
          <p:cNvSpPr txBox="1">
            <a:spLocks noGrp="1"/>
          </p:cNvSpPr>
          <p:nvPr>
            <p:ph type="body" idx="2"/>
          </p:nvPr>
        </p:nvSpPr>
        <p:spPr>
          <a:xfrm>
            <a:off x="731838" y="2743200"/>
            <a:ext cx="5157187" cy="3763963"/>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440"/>
              <a:buNone/>
              <a:defRPr/>
            </a:lvl1pPr>
            <a:lvl2pPr marL="914400" lvl="1" indent="-320040" algn="l">
              <a:lnSpc>
                <a:spcPct val="110000"/>
              </a:lnSpc>
              <a:spcBef>
                <a:spcPts val="500"/>
              </a:spcBef>
              <a:spcAft>
                <a:spcPts val="0"/>
              </a:spcAft>
              <a:buClr>
                <a:schemeClr val="dk1"/>
              </a:buClr>
              <a:buSzPts val="1440"/>
              <a:buChar char="–"/>
              <a:defRPr/>
            </a:lvl2pPr>
            <a:lvl3pPr marL="1371600" lvl="2" indent="-320039" algn="l">
              <a:lnSpc>
                <a:spcPct val="110000"/>
              </a:lnSpc>
              <a:spcBef>
                <a:spcPts val="500"/>
              </a:spcBef>
              <a:spcAft>
                <a:spcPts val="0"/>
              </a:spcAft>
              <a:buClr>
                <a:schemeClr val="dk1"/>
              </a:buClr>
              <a:buSzPts val="1440"/>
              <a:buChar char="•"/>
              <a:defRPr/>
            </a:lvl3pPr>
            <a:lvl4pPr marL="1828800" lvl="3" indent="-320039" algn="l">
              <a:lnSpc>
                <a:spcPct val="110000"/>
              </a:lnSpc>
              <a:spcBef>
                <a:spcPts val="500"/>
              </a:spcBef>
              <a:spcAft>
                <a:spcPts val="0"/>
              </a:spcAft>
              <a:buClr>
                <a:schemeClr val="dk1"/>
              </a:buClr>
              <a:buSzPts val="1440"/>
              <a:buChar char="–"/>
              <a:defRPr/>
            </a:lvl4pPr>
            <a:lvl5pPr marL="2286000" lvl="4" indent="-320039" algn="l">
              <a:lnSpc>
                <a:spcPct val="110000"/>
              </a:lnSpc>
              <a:spcBef>
                <a:spcPts val="500"/>
              </a:spcBef>
              <a:spcAft>
                <a:spcPts val="0"/>
              </a:spcAft>
              <a:buClr>
                <a:schemeClr val="dk1"/>
              </a:buClr>
              <a:buSzPts val="144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5" name="Google Shape;375;p68"/>
          <p:cNvSpPr txBox="1">
            <a:spLocks noGrp="1"/>
          </p:cNvSpPr>
          <p:nvPr>
            <p:ph type="body" idx="3"/>
          </p:nvPr>
        </p:nvSpPr>
        <p:spPr>
          <a:xfrm>
            <a:off x="6309360" y="2103120"/>
            <a:ext cx="5183188" cy="559834"/>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1600"/>
              <a:buNone/>
              <a:defRPr sz="2000" b="0" cap="none">
                <a:solidFill>
                  <a:schemeClr val="dk1"/>
                </a:solidFill>
              </a:defRPr>
            </a:lvl1pPr>
            <a:lvl2pPr marL="914400" lvl="1" indent="-228600" algn="l">
              <a:lnSpc>
                <a:spcPct val="110000"/>
              </a:lnSpc>
              <a:spcBef>
                <a:spcPts val="500"/>
              </a:spcBef>
              <a:spcAft>
                <a:spcPts val="0"/>
              </a:spcAft>
              <a:buClr>
                <a:schemeClr val="dk1"/>
              </a:buClr>
              <a:buSzPts val="1600"/>
              <a:buNone/>
              <a:defRPr sz="2000" b="1"/>
            </a:lvl2pPr>
            <a:lvl3pPr marL="1371600" lvl="2" indent="-228600" algn="l">
              <a:lnSpc>
                <a:spcPct val="110000"/>
              </a:lnSpc>
              <a:spcBef>
                <a:spcPts val="500"/>
              </a:spcBef>
              <a:spcAft>
                <a:spcPts val="0"/>
              </a:spcAft>
              <a:buClr>
                <a:schemeClr val="dk1"/>
              </a:buClr>
              <a:buSzPts val="1440"/>
              <a:buNone/>
              <a:defRPr sz="1800" b="1"/>
            </a:lvl3pPr>
            <a:lvl4pPr marL="1828800" lvl="3" indent="-228600" algn="l">
              <a:lnSpc>
                <a:spcPct val="110000"/>
              </a:lnSpc>
              <a:spcBef>
                <a:spcPts val="500"/>
              </a:spcBef>
              <a:spcAft>
                <a:spcPts val="0"/>
              </a:spcAft>
              <a:buClr>
                <a:schemeClr val="dk1"/>
              </a:buClr>
              <a:buSzPts val="1280"/>
              <a:buNone/>
              <a:defRPr sz="1600" b="1"/>
            </a:lvl4pPr>
            <a:lvl5pPr marL="2286000" lvl="4" indent="-228600" algn="l">
              <a:lnSpc>
                <a:spcPct val="110000"/>
              </a:lnSpc>
              <a:spcBef>
                <a:spcPts val="500"/>
              </a:spcBef>
              <a:spcAft>
                <a:spcPts val="0"/>
              </a:spcAft>
              <a:buClr>
                <a:schemeClr val="dk1"/>
              </a:buClr>
              <a:buSzPts val="128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76" name="Google Shape;376;p68"/>
          <p:cNvSpPr txBox="1">
            <a:spLocks noGrp="1"/>
          </p:cNvSpPr>
          <p:nvPr>
            <p:ph type="body" idx="4"/>
          </p:nvPr>
        </p:nvSpPr>
        <p:spPr>
          <a:xfrm>
            <a:off x="6309361" y="2743200"/>
            <a:ext cx="5183188" cy="3763963"/>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440"/>
              <a:buNone/>
              <a:defRPr/>
            </a:lvl1pPr>
            <a:lvl2pPr marL="914400" lvl="1" indent="-320040" algn="l">
              <a:lnSpc>
                <a:spcPct val="110000"/>
              </a:lnSpc>
              <a:spcBef>
                <a:spcPts val="500"/>
              </a:spcBef>
              <a:spcAft>
                <a:spcPts val="0"/>
              </a:spcAft>
              <a:buClr>
                <a:schemeClr val="dk1"/>
              </a:buClr>
              <a:buSzPts val="1440"/>
              <a:buChar char="–"/>
              <a:defRPr/>
            </a:lvl2pPr>
            <a:lvl3pPr marL="1371600" lvl="2" indent="-320039" algn="l">
              <a:lnSpc>
                <a:spcPct val="110000"/>
              </a:lnSpc>
              <a:spcBef>
                <a:spcPts val="500"/>
              </a:spcBef>
              <a:spcAft>
                <a:spcPts val="0"/>
              </a:spcAft>
              <a:buClr>
                <a:schemeClr val="dk1"/>
              </a:buClr>
              <a:buSzPts val="1440"/>
              <a:buChar char="•"/>
              <a:defRPr/>
            </a:lvl3pPr>
            <a:lvl4pPr marL="1828800" lvl="3" indent="-320039" algn="l">
              <a:lnSpc>
                <a:spcPct val="110000"/>
              </a:lnSpc>
              <a:spcBef>
                <a:spcPts val="500"/>
              </a:spcBef>
              <a:spcAft>
                <a:spcPts val="0"/>
              </a:spcAft>
              <a:buClr>
                <a:schemeClr val="dk1"/>
              </a:buClr>
              <a:buSzPts val="1440"/>
              <a:buChar char="–"/>
              <a:defRPr/>
            </a:lvl4pPr>
            <a:lvl5pPr marL="2286000" lvl="4" indent="-320039" algn="l">
              <a:lnSpc>
                <a:spcPct val="110000"/>
              </a:lnSpc>
              <a:spcBef>
                <a:spcPts val="500"/>
              </a:spcBef>
              <a:spcAft>
                <a:spcPts val="0"/>
              </a:spcAft>
              <a:buClr>
                <a:schemeClr val="dk1"/>
              </a:buClr>
              <a:buSzPts val="144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7" name="Google Shape;377;p68"/>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8" name="Google Shape;378;p68"/>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Only ">
  <p:cSld name="Title Only ">
    <p:spTree>
      <p:nvGrpSpPr>
        <p:cNvPr id="1" name="Shape 379"/>
        <p:cNvGrpSpPr/>
        <p:nvPr/>
      </p:nvGrpSpPr>
      <p:grpSpPr>
        <a:xfrm>
          <a:off x="0" y="0"/>
          <a:ext cx="0" cy="0"/>
          <a:chOff x="0" y="0"/>
          <a:chExt cx="0" cy="0"/>
        </a:xfrm>
      </p:grpSpPr>
      <p:sp>
        <p:nvSpPr>
          <p:cNvPr id="380" name="Google Shape;380;p69"/>
          <p:cNvSpPr txBox="1">
            <a:spLocks noGrp="1"/>
          </p:cNvSpPr>
          <p:nvPr>
            <p:ph type="title"/>
          </p:nvPr>
        </p:nvSpPr>
        <p:spPr>
          <a:xfrm>
            <a:off x="731520" y="365760"/>
            <a:ext cx="10741152" cy="113225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00"/>
              <a:buFont typeface="Arial"/>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1" name="Google Shape;381;p69"/>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2" name="Google Shape;382;p69"/>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3" name="Google Shape;383;p69"/>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matchingName="Empty" type="blank">
  <p:cSld name="BLANK">
    <p:spTree>
      <p:nvGrpSpPr>
        <p:cNvPr id="1" name="Shape 384"/>
        <p:cNvGrpSpPr/>
        <p:nvPr/>
      </p:nvGrpSpPr>
      <p:grpSpPr>
        <a:xfrm>
          <a:off x="0" y="0"/>
          <a:ext cx="0" cy="0"/>
          <a:chOff x="0" y="0"/>
          <a:chExt cx="0" cy="0"/>
        </a:xfrm>
      </p:grpSpPr>
      <p:sp>
        <p:nvSpPr>
          <p:cNvPr id="385" name="Google Shape;385;p70"/>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6" name="Google Shape;386;p70"/>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7" name="Google Shape;387;p70"/>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388"/>
        <p:cNvGrpSpPr/>
        <p:nvPr/>
      </p:nvGrpSpPr>
      <p:grpSpPr>
        <a:xfrm>
          <a:off x="0" y="0"/>
          <a:ext cx="0" cy="0"/>
          <a:chOff x="0" y="0"/>
          <a:chExt cx="0" cy="0"/>
        </a:xfrm>
      </p:grpSpPr>
      <p:sp>
        <p:nvSpPr>
          <p:cNvPr id="389" name="Google Shape;389;p71"/>
          <p:cNvSpPr txBox="1">
            <a:spLocks noGrp="1"/>
          </p:cNvSpPr>
          <p:nvPr>
            <p:ph type="title"/>
          </p:nvPr>
        </p:nvSpPr>
        <p:spPr>
          <a:xfrm>
            <a:off x="731520" y="553616"/>
            <a:ext cx="3595634" cy="175750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3200"/>
              <a:buFont typeface="Arial"/>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0" name="Google Shape;390;p71"/>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1" name="Google Shape;391;p71"/>
          <p:cNvSpPr txBox="1">
            <a:spLocks noGrp="1"/>
          </p:cNvSpPr>
          <p:nvPr>
            <p:ph type="body" idx="1"/>
          </p:nvPr>
        </p:nvSpPr>
        <p:spPr>
          <a:xfrm>
            <a:off x="731520" y="2311121"/>
            <a:ext cx="3595634" cy="3993263"/>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440"/>
              <a:buNone/>
              <a:defRPr sz="1800">
                <a:solidFill>
                  <a:schemeClr val="dk1"/>
                </a:solidFill>
              </a:defRPr>
            </a:lvl1pPr>
            <a:lvl2pPr marL="914400" lvl="1" indent="-228600" algn="l">
              <a:lnSpc>
                <a:spcPct val="110000"/>
              </a:lnSpc>
              <a:spcBef>
                <a:spcPts val="500"/>
              </a:spcBef>
              <a:spcAft>
                <a:spcPts val="0"/>
              </a:spcAft>
              <a:buClr>
                <a:schemeClr val="dk1"/>
              </a:buClr>
              <a:buSzPts val="1120"/>
              <a:buNone/>
              <a:defRPr sz="1400"/>
            </a:lvl2pPr>
            <a:lvl3pPr marL="1371600" lvl="2" indent="-228600" algn="l">
              <a:lnSpc>
                <a:spcPct val="110000"/>
              </a:lnSpc>
              <a:spcBef>
                <a:spcPts val="500"/>
              </a:spcBef>
              <a:spcAft>
                <a:spcPts val="0"/>
              </a:spcAft>
              <a:buClr>
                <a:schemeClr val="dk1"/>
              </a:buClr>
              <a:buSzPts val="960"/>
              <a:buNone/>
              <a:defRPr sz="1200"/>
            </a:lvl3pPr>
            <a:lvl4pPr marL="1828800" lvl="3" indent="-228600" algn="l">
              <a:lnSpc>
                <a:spcPct val="110000"/>
              </a:lnSpc>
              <a:spcBef>
                <a:spcPts val="500"/>
              </a:spcBef>
              <a:spcAft>
                <a:spcPts val="0"/>
              </a:spcAft>
              <a:buClr>
                <a:schemeClr val="dk1"/>
              </a:buClr>
              <a:buSzPts val="800"/>
              <a:buNone/>
              <a:defRPr sz="1000"/>
            </a:lvl4pPr>
            <a:lvl5pPr marL="2286000" lvl="4" indent="-228600" algn="l">
              <a:lnSpc>
                <a:spcPct val="110000"/>
              </a:lnSpc>
              <a:spcBef>
                <a:spcPts val="500"/>
              </a:spcBef>
              <a:spcAft>
                <a:spcPts val="0"/>
              </a:spcAft>
              <a:buClr>
                <a:schemeClr val="dk1"/>
              </a:buClr>
              <a:buSzPts val="8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392" name="Google Shape;392;p71"/>
          <p:cNvSpPr txBox="1">
            <a:spLocks noGrp="1"/>
          </p:cNvSpPr>
          <p:nvPr>
            <p:ph type="body" idx="2"/>
          </p:nvPr>
        </p:nvSpPr>
        <p:spPr>
          <a:xfrm>
            <a:off x="4846320" y="553615"/>
            <a:ext cx="6440258" cy="5755109"/>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440"/>
              <a:buNone/>
              <a:defRPr sz="1800">
                <a:solidFill>
                  <a:schemeClr val="dk1"/>
                </a:solidFill>
              </a:defRPr>
            </a:lvl1pPr>
            <a:lvl2pPr marL="914400" lvl="1" indent="-309880" algn="l">
              <a:lnSpc>
                <a:spcPct val="110000"/>
              </a:lnSpc>
              <a:spcBef>
                <a:spcPts val="500"/>
              </a:spcBef>
              <a:spcAft>
                <a:spcPts val="0"/>
              </a:spcAft>
              <a:buClr>
                <a:schemeClr val="dk1"/>
              </a:buClr>
              <a:buSzPts val="1280"/>
              <a:buChar char="–"/>
              <a:defRPr sz="1600">
                <a:solidFill>
                  <a:schemeClr val="dk1"/>
                </a:solidFill>
              </a:defRPr>
            </a:lvl2pPr>
            <a:lvl3pPr marL="1371600" lvl="2" indent="-299719" algn="l">
              <a:lnSpc>
                <a:spcPct val="110000"/>
              </a:lnSpc>
              <a:spcBef>
                <a:spcPts val="500"/>
              </a:spcBef>
              <a:spcAft>
                <a:spcPts val="0"/>
              </a:spcAft>
              <a:buClr>
                <a:schemeClr val="dk1"/>
              </a:buClr>
              <a:buSzPts val="1120"/>
              <a:buChar char="•"/>
              <a:defRPr sz="1400">
                <a:solidFill>
                  <a:schemeClr val="dk1"/>
                </a:solidFill>
              </a:defRPr>
            </a:lvl3pPr>
            <a:lvl4pPr marL="1828800" lvl="3" indent="-289560" algn="l">
              <a:lnSpc>
                <a:spcPct val="110000"/>
              </a:lnSpc>
              <a:spcBef>
                <a:spcPts val="500"/>
              </a:spcBef>
              <a:spcAft>
                <a:spcPts val="0"/>
              </a:spcAft>
              <a:buClr>
                <a:schemeClr val="dk1"/>
              </a:buClr>
              <a:buSzPts val="960"/>
              <a:buChar char="–"/>
              <a:defRPr sz="1200">
                <a:solidFill>
                  <a:schemeClr val="dk1"/>
                </a:solidFill>
              </a:defRPr>
            </a:lvl4pPr>
            <a:lvl5pPr marL="2286000" lvl="4" indent="-289560" algn="l">
              <a:lnSpc>
                <a:spcPct val="110000"/>
              </a:lnSpc>
              <a:spcBef>
                <a:spcPts val="500"/>
              </a:spcBef>
              <a:spcAft>
                <a:spcPts val="0"/>
              </a:spcAft>
              <a:buClr>
                <a:schemeClr val="dk1"/>
              </a:buClr>
              <a:buSzPts val="960"/>
              <a:buChar char="•"/>
              <a:defRPr sz="1200">
                <a:solidFill>
                  <a:schemeClr val="dk1"/>
                </a:solidFill>
              </a:defRPr>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393" name="Google Shape;393;p71"/>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4" name="Google Shape;394;p71"/>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cxnSp>
        <p:nvCxnSpPr>
          <p:cNvPr id="395" name="Google Shape;395;p71"/>
          <p:cNvCxnSpPr/>
          <p:nvPr/>
        </p:nvCxnSpPr>
        <p:spPr>
          <a:xfrm>
            <a:off x="4575863" y="0"/>
            <a:ext cx="0" cy="6858000"/>
          </a:xfrm>
          <a:prstGeom prst="straightConnector1">
            <a:avLst/>
          </a:prstGeom>
          <a:noFill/>
          <a:ln w="9525" cap="flat" cmpd="sng">
            <a:solidFill>
              <a:schemeClr val="dk1"/>
            </a:solidFill>
            <a:prstDash val="solid"/>
            <a:miter lim="800000"/>
            <a:headEnd type="none" w="sm" len="sm"/>
            <a:tailEnd type="none" w="sm" len="sm"/>
          </a:ln>
        </p:spPr>
      </p:cxn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matchingName="Picture with Caption">
  <p:cSld name="Picture with Caption">
    <p:spTree>
      <p:nvGrpSpPr>
        <p:cNvPr id="1" name="Shape 396"/>
        <p:cNvGrpSpPr/>
        <p:nvPr/>
      </p:nvGrpSpPr>
      <p:grpSpPr>
        <a:xfrm>
          <a:off x="0" y="0"/>
          <a:ext cx="0" cy="0"/>
          <a:chOff x="0" y="0"/>
          <a:chExt cx="0" cy="0"/>
        </a:xfrm>
      </p:grpSpPr>
      <p:sp>
        <p:nvSpPr>
          <p:cNvPr id="397" name="Google Shape;397;p72"/>
          <p:cNvSpPr txBox="1">
            <a:spLocks noGrp="1"/>
          </p:cNvSpPr>
          <p:nvPr>
            <p:ph type="title"/>
          </p:nvPr>
        </p:nvSpPr>
        <p:spPr>
          <a:xfrm>
            <a:off x="731520" y="553616"/>
            <a:ext cx="3595634" cy="2250544"/>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3200"/>
              <a:buFont typeface="Arial"/>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8" name="Google Shape;398;p72"/>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9" name="Google Shape;399;p72"/>
          <p:cNvSpPr txBox="1">
            <a:spLocks noGrp="1"/>
          </p:cNvSpPr>
          <p:nvPr>
            <p:ph type="body" idx="1"/>
          </p:nvPr>
        </p:nvSpPr>
        <p:spPr>
          <a:xfrm>
            <a:off x="731520" y="2931865"/>
            <a:ext cx="3595634" cy="3372519"/>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Clr>
                <a:schemeClr val="dk1"/>
              </a:buClr>
              <a:buSzPts val="1440"/>
              <a:buNone/>
              <a:defRPr sz="1800">
                <a:solidFill>
                  <a:schemeClr val="dk1"/>
                </a:solidFill>
              </a:defRPr>
            </a:lvl1pPr>
            <a:lvl2pPr marL="914400" lvl="1" indent="-228600" algn="l">
              <a:lnSpc>
                <a:spcPct val="110000"/>
              </a:lnSpc>
              <a:spcBef>
                <a:spcPts val="500"/>
              </a:spcBef>
              <a:spcAft>
                <a:spcPts val="0"/>
              </a:spcAft>
              <a:buClr>
                <a:schemeClr val="dk1"/>
              </a:buClr>
              <a:buSzPts val="1120"/>
              <a:buNone/>
              <a:defRPr sz="1400"/>
            </a:lvl2pPr>
            <a:lvl3pPr marL="1371600" lvl="2" indent="-228600" algn="l">
              <a:lnSpc>
                <a:spcPct val="110000"/>
              </a:lnSpc>
              <a:spcBef>
                <a:spcPts val="500"/>
              </a:spcBef>
              <a:spcAft>
                <a:spcPts val="0"/>
              </a:spcAft>
              <a:buClr>
                <a:schemeClr val="dk1"/>
              </a:buClr>
              <a:buSzPts val="960"/>
              <a:buNone/>
              <a:defRPr sz="1200"/>
            </a:lvl3pPr>
            <a:lvl4pPr marL="1828800" lvl="3" indent="-228600" algn="l">
              <a:lnSpc>
                <a:spcPct val="110000"/>
              </a:lnSpc>
              <a:spcBef>
                <a:spcPts val="500"/>
              </a:spcBef>
              <a:spcAft>
                <a:spcPts val="0"/>
              </a:spcAft>
              <a:buClr>
                <a:schemeClr val="dk1"/>
              </a:buClr>
              <a:buSzPts val="800"/>
              <a:buNone/>
              <a:defRPr sz="1000"/>
            </a:lvl4pPr>
            <a:lvl5pPr marL="2286000" lvl="4" indent="-228600" algn="l">
              <a:lnSpc>
                <a:spcPct val="110000"/>
              </a:lnSpc>
              <a:spcBef>
                <a:spcPts val="500"/>
              </a:spcBef>
              <a:spcAft>
                <a:spcPts val="0"/>
              </a:spcAft>
              <a:buClr>
                <a:schemeClr val="dk1"/>
              </a:buClr>
              <a:buSzPts val="8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400" name="Google Shape;400;p72"/>
          <p:cNvPicPr preferRelativeResize="0">
            <a:picLocks noGrp="1"/>
          </p:cNvPicPr>
          <p:nvPr>
            <p:ph type="pic" idx="2"/>
          </p:nvPr>
        </p:nvPicPr>
        <p:blipFill/>
        <p:spPr>
          <a:xfrm>
            <a:off x="5091497" y="598627"/>
            <a:ext cx="6304337" cy="5775923"/>
          </a:xfrm>
          <a:prstGeom prst="rect">
            <a:avLst/>
          </a:prstGeom>
          <a:blipFill rotWithShape="1">
            <a:blip r:embed="rId2">
              <a:alphaModFix amt="70000"/>
            </a:blip>
            <a:stretch>
              <a:fillRect/>
            </a:stretch>
          </a:blipFill>
          <a:ln w="9525" cap="flat" cmpd="sng">
            <a:solidFill>
              <a:schemeClr val="dk1"/>
            </a:solidFill>
            <a:prstDash val="solid"/>
            <a:round/>
            <a:headEnd type="none" w="sm" len="sm"/>
            <a:tailEnd type="none" w="sm" len="sm"/>
          </a:ln>
        </p:spPr>
      </p:pic>
      <p:sp>
        <p:nvSpPr>
          <p:cNvPr id="401" name="Google Shape;401;p72"/>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2" name="Google Shape;402;p72"/>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matchingName="Conclusion">
  <p:cSld name="Conclusion">
    <p:spTree>
      <p:nvGrpSpPr>
        <p:cNvPr id="1" name="Shape 403"/>
        <p:cNvGrpSpPr/>
        <p:nvPr/>
      </p:nvGrpSpPr>
      <p:grpSpPr>
        <a:xfrm>
          <a:off x="0" y="0"/>
          <a:ext cx="0" cy="0"/>
          <a:chOff x="0" y="0"/>
          <a:chExt cx="0" cy="0"/>
        </a:xfrm>
      </p:grpSpPr>
      <p:sp>
        <p:nvSpPr>
          <p:cNvPr id="404" name="Google Shape;404;p73"/>
          <p:cNvSpPr txBox="1">
            <a:spLocks noGrp="1"/>
          </p:cNvSpPr>
          <p:nvPr>
            <p:ph type="title"/>
          </p:nvPr>
        </p:nvSpPr>
        <p:spPr>
          <a:xfrm>
            <a:off x="841248" y="457200"/>
            <a:ext cx="7342307" cy="1133856"/>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6000"/>
              <a:buFont typeface="Arial"/>
              <a:buNone/>
              <a:defRPr sz="6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5" name="Google Shape;405;p73"/>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6" name="Google Shape;406;p73"/>
          <p:cNvSpPr txBox="1">
            <a:spLocks noGrp="1"/>
          </p:cNvSpPr>
          <p:nvPr>
            <p:ph type="body" idx="1"/>
          </p:nvPr>
        </p:nvSpPr>
        <p:spPr>
          <a:xfrm>
            <a:off x="841248" y="2624328"/>
            <a:ext cx="10424160" cy="3200400"/>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440"/>
              <a:buNone/>
              <a:defRPr>
                <a:solidFill>
                  <a:schemeClr val="dk1"/>
                </a:solidFill>
              </a:defRPr>
            </a:lvl1pPr>
            <a:lvl2pPr marL="914400" lvl="1" indent="-228600" algn="l">
              <a:lnSpc>
                <a:spcPct val="110000"/>
              </a:lnSpc>
              <a:spcBef>
                <a:spcPts val="500"/>
              </a:spcBef>
              <a:spcAft>
                <a:spcPts val="0"/>
              </a:spcAft>
              <a:buClr>
                <a:schemeClr val="dk1"/>
              </a:buClr>
              <a:buSzPts val="1280"/>
              <a:buNone/>
              <a:defRPr>
                <a:solidFill>
                  <a:schemeClr val="dk1"/>
                </a:solidFill>
              </a:defRPr>
            </a:lvl2pPr>
            <a:lvl3pPr marL="1371600" lvl="2" indent="-228600" algn="l">
              <a:lnSpc>
                <a:spcPct val="110000"/>
              </a:lnSpc>
              <a:spcBef>
                <a:spcPts val="500"/>
              </a:spcBef>
              <a:spcAft>
                <a:spcPts val="0"/>
              </a:spcAft>
              <a:buClr>
                <a:schemeClr val="dk1"/>
              </a:buClr>
              <a:buSzPts val="1120"/>
              <a:buNone/>
              <a:defRPr>
                <a:solidFill>
                  <a:schemeClr val="dk1"/>
                </a:solidFill>
              </a:defRPr>
            </a:lvl3pPr>
            <a:lvl4pPr marL="1828800" lvl="3" indent="-228600" algn="l">
              <a:lnSpc>
                <a:spcPct val="110000"/>
              </a:lnSpc>
              <a:spcBef>
                <a:spcPts val="500"/>
              </a:spcBef>
              <a:spcAft>
                <a:spcPts val="0"/>
              </a:spcAft>
              <a:buClr>
                <a:schemeClr val="dk1"/>
              </a:buClr>
              <a:buSzPts val="1120"/>
              <a:buNone/>
              <a:defRPr>
                <a:solidFill>
                  <a:schemeClr val="dk1"/>
                </a:solidFill>
              </a:defRPr>
            </a:lvl4pPr>
            <a:lvl5pPr marL="2286000" lvl="4" indent="-228600" algn="l">
              <a:lnSpc>
                <a:spcPct val="110000"/>
              </a:lnSpc>
              <a:spcBef>
                <a:spcPts val="500"/>
              </a:spcBef>
              <a:spcAft>
                <a:spcPts val="0"/>
              </a:spcAft>
              <a:buClr>
                <a:schemeClr val="dk1"/>
              </a:buClr>
              <a:buSzPts val="1120"/>
              <a:buNone/>
              <a:defRPr>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7" name="Google Shape;407;p73"/>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8" name="Google Shape;408;p73"/>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Conclusion 2">
  <p:cSld name="Conclusion 2">
    <p:spTree>
      <p:nvGrpSpPr>
        <p:cNvPr id="1" name="Shape 409"/>
        <p:cNvGrpSpPr/>
        <p:nvPr/>
      </p:nvGrpSpPr>
      <p:grpSpPr>
        <a:xfrm>
          <a:off x="0" y="0"/>
          <a:ext cx="0" cy="0"/>
          <a:chOff x="0" y="0"/>
          <a:chExt cx="0" cy="0"/>
        </a:xfrm>
      </p:grpSpPr>
      <p:sp>
        <p:nvSpPr>
          <p:cNvPr id="410" name="Google Shape;410;p74"/>
          <p:cNvSpPr txBox="1">
            <a:spLocks noGrp="1"/>
          </p:cNvSpPr>
          <p:nvPr>
            <p:ph type="title"/>
          </p:nvPr>
        </p:nvSpPr>
        <p:spPr>
          <a:xfrm>
            <a:off x="731520" y="365760"/>
            <a:ext cx="10741152" cy="113225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1" name="Google Shape;411;p74"/>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2" name="Google Shape;412;p74"/>
          <p:cNvSpPr txBox="1">
            <a:spLocks noGrp="1"/>
          </p:cNvSpPr>
          <p:nvPr>
            <p:ph type="body" idx="1"/>
          </p:nvPr>
        </p:nvSpPr>
        <p:spPr>
          <a:xfrm>
            <a:off x="731520" y="2301836"/>
            <a:ext cx="10741150" cy="3921165"/>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440"/>
              <a:buNone/>
              <a:defRPr>
                <a:solidFill>
                  <a:schemeClr val="dk1"/>
                </a:solidFill>
              </a:defRPr>
            </a:lvl1pPr>
            <a:lvl2pPr marL="914400" lvl="1" indent="-228600" algn="l">
              <a:lnSpc>
                <a:spcPct val="110000"/>
              </a:lnSpc>
              <a:spcBef>
                <a:spcPts val="500"/>
              </a:spcBef>
              <a:spcAft>
                <a:spcPts val="0"/>
              </a:spcAft>
              <a:buClr>
                <a:schemeClr val="dk1"/>
              </a:buClr>
              <a:buSzPts val="1280"/>
              <a:buNone/>
              <a:defRPr>
                <a:solidFill>
                  <a:schemeClr val="dk1"/>
                </a:solidFill>
              </a:defRPr>
            </a:lvl2pPr>
            <a:lvl3pPr marL="1371600" lvl="2" indent="-228600" algn="l">
              <a:lnSpc>
                <a:spcPct val="110000"/>
              </a:lnSpc>
              <a:spcBef>
                <a:spcPts val="500"/>
              </a:spcBef>
              <a:spcAft>
                <a:spcPts val="0"/>
              </a:spcAft>
              <a:buClr>
                <a:schemeClr val="dk1"/>
              </a:buClr>
              <a:buSzPts val="1120"/>
              <a:buNone/>
              <a:defRPr>
                <a:solidFill>
                  <a:schemeClr val="dk1"/>
                </a:solidFill>
              </a:defRPr>
            </a:lvl3pPr>
            <a:lvl4pPr marL="1828800" lvl="3" indent="-228600" algn="l">
              <a:lnSpc>
                <a:spcPct val="110000"/>
              </a:lnSpc>
              <a:spcBef>
                <a:spcPts val="500"/>
              </a:spcBef>
              <a:spcAft>
                <a:spcPts val="0"/>
              </a:spcAft>
              <a:buClr>
                <a:schemeClr val="dk1"/>
              </a:buClr>
              <a:buSzPts val="1120"/>
              <a:buNone/>
              <a:defRPr>
                <a:solidFill>
                  <a:schemeClr val="dk1"/>
                </a:solidFill>
              </a:defRPr>
            </a:lvl4pPr>
            <a:lvl5pPr marL="2286000" lvl="4" indent="-228600" algn="l">
              <a:lnSpc>
                <a:spcPct val="110000"/>
              </a:lnSpc>
              <a:spcBef>
                <a:spcPts val="500"/>
              </a:spcBef>
              <a:spcAft>
                <a:spcPts val="0"/>
              </a:spcAft>
              <a:buClr>
                <a:schemeClr val="dk1"/>
              </a:buClr>
              <a:buSzPts val="1120"/>
              <a:buNone/>
              <a:defRPr>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3" name="Google Shape;413;p74"/>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4" name="Google Shape;414;p74"/>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000">
                <a:solidFill>
                  <a:schemeClr val="dk1"/>
                </a:solidFill>
                <a:latin typeface="Sorts Mill Goudy"/>
                <a:ea typeface="Sorts Mill Goudy"/>
                <a:cs typeface="Sorts Mill Goudy"/>
                <a:sym typeface="Sorts Mill Goudy"/>
              </a:defRPr>
            </a:lvl1pPr>
            <a:lvl2pPr marL="0" lvl="1" indent="0" algn="ctr">
              <a:spcBef>
                <a:spcPts val="0"/>
              </a:spcBef>
              <a:buNone/>
              <a:defRPr sz="1000">
                <a:solidFill>
                  <a:schemeClr val="dk1"/>
                </a:solidFill>
                <a:latin typeface="Sorts Mill Goudy"/>
                <a:ea typeface="Sorts Mill Goudy"/>
                <a:cs typeface="Sorts Mill Goudy"/>
                <a:sym typeface="Sorts Mill Goudy"/>
              </a:defRPr>
            </a:lvl2pPr>
            <a:lvl3pPr marL="0" lvl="2" indent="0" algn="ctr">
              <a:spcBef>
                <a:spcPts val="0"/>
              </a:spcBef>
              <a:buNone/>
              <a:defRPr sz="1000">
                <a:solidFill>
                  <a:schemeClr val="dk1"/>
                </a:solidFill>
                <a:latin typeface="Sorts Mill Goudy"/>
                <a:ea typeface="Sorts Mill Goudy"/>
                <a:cs typeface="Sorts Mill Goudy"/>
                <a:sym typeface="Sorts Mill Goudy"/>
              </a:defRPr>
            </a:lvl3pPr>
            <a:lvl4pPr marL="0" lvl="3" indent="0" algn="ctr">
              <a:spcBef>
                <a:spcPts val="0"/>
              </a:spcBef>
              <a:buNone/>
              <a:defRPr sz="1000">
                <a:solidFill>
                  <a:schemeClr val="dk1"/>
                </a:solidFill>
                <a:latin typeface="Sorts Mill Goudy"/>
                <a:ea typeface="Sorts Mill Goudy"/>
                <a:cs typeface="Sorts Mill Goudy"/>
                <a:sym typeface="Sorts Mill Goudy"/>
              </a:defRPr>
            </a:lvl4pPr>
            <a:lvl5pPr marL="0" lvl="4" indent="0" algn="ctr">
              <a:spcBef>
                <a:spcPts val="0"/>
              </a:spcBef>
              <a:buNone/>
              <a:defRPr sz="1000">
                <a:solidFill>
                  <a:schemeClr val="dk1"/>
                </a:solidFill>
                <a:latin typeface="Sorts Mill Goudy"/>
                <a:ea typeface="Sorts Mill Goudy"/>
                <a:cs typeface="Sorts Mill Goudy"/>
                <a:sym typeface="Sorts Mill Goudy"/>
              </a:defRPr>
            </a:lvl5pPr>
            <a:lvl6pPr marL="0" lvl="5" indent="0" algn="ctr">
              <a:spcBef>
                <a:spcPts val="0"/>
              </a:spcBef>
              <a:buNone/>
              <a:defRPr sz="1000">
                <a:solidFill>
                  <a:schemeClr val="dk1"/>
                </a:solidFill>
                <a:latin typeface="Sorts Mill Goudy"/>
                <a:ea typeface="Sorts Mill Goudy"/>
                <a:cs typeface="Sorts Mill Goudy"/>
                <a:sym typeface="Sorts Mill Goudy"/>
              </a:defRPr>
            </a:lvl6pPr>
            <a:lvl7pPr marL="0" lvl="6" indent="0" algn="ctr">
              <a:spcBef>
                <a:spcPts val="0"/>
              </a:spcBef>
              <a:buNone/>
              <a:defRPr sz="1000">
                <a:solidFill>
                  <a:schemeClr val="dk1"/>
                </a:solidFill>
                <a:latin typeface="Sorts Mill Goudy"/>
                <a:ea typeface="Sorts Mill Goudy"/>
                <a:cs typeface="Sorts Mill Goudy"/>
                <a:sym typeface="Sorts Mill Goudy"/>
              </a:defRPr>
            </a:lvl7pPr>
            <a:lvl8pPr marL="0" lvl="7" indent="0" algn="ctr">
              <a:spcBef>
                <a:spcPts val="0"/>
              </a:spcBef>
              <a:buNone/>
              <a:defRPr sz="1000">
                <a:solidFill>
                  <a:schemeClr val="dk1"/>
                </a:solidFill>
                <a:latin typeface="Sorts Mill Goudy"/>
                <a:ea typeface="Sorts Mill Goudy"/>
                <a:cs typeface="Sorts Mill Goudy"/>
                <a:sym typeface="Sorts Mill Goudy"/>
              </a:defRPr>
            </a:lvl8pPr>
            <a:lvl9pPr marL="0" lvl="8" indent="0" algn="ctr">
              <a:spcBef>
                <a:spcPts val="0"/>
              </a:spcBef>
              <a:buNone/>
              <a:defRPr sz="1000">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838200" y="584990"/>
            <a:ext cx="10515600" cy="1116811"/>
          </a:xfrm>
          <a:prstGeom prst="rect">
            <a:avLst/>
          </a:prstGeom>
          <a:noFill/>
          <a:ln>
            <a:noFill/>
          </a:ln>
        </p:spPr>
        <p:txBody>
          <a:bodyPr spcFirstLastPara="1" wrap="square" lIns="91425" tIns="45700" rIns="91425" bIns="45700" anchor="b"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8"/>
          <p:cNvSpPr txBox="1">
            <a:spLocks noGrp="1"/>
          </p:cNvSpPr>
          <p:nvPr>
            <p:ph type="ftr" idx="11"/>
          </p:nvPr>
        </p:nvSpPr>
        <p:spPr>
          <a:xfrm rot="-5400000" flipH="1">
            <a:off x="-1131161" y="1592957"/>
            <a:ext cx="2973522"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00" b="0" i="0" u="none" strike="noStrike" cap="none">
                <a:solidFill>
                  <a:schemeClr val="dk1"/>
                </a:solidFill>
                <a:latin typeface="Sorts Mill Goudy"/>
                <a:ea typeface="Sorts Mill Goudy"/>
                <a:cs typeface="Sorts Mill Goudy"/>
                <a:sym typeface="Sorts Mill Goudy"/>
              </a:defRPr>
            </a:lvl1pPr>
            <a:lvl2pPr marR="0" lvl="1" algn="l" rtl="0">
              <a:spcBef>
                <a:spcPts val="0"/>
              </a:spcBef>
              <a:spcAft>
                <a:spcPts val="0"/>
              </a:spcAft>
              <a:buSzPts val="1400"/>
              <a:buNone/>
              <a:defRPr sz="1800" b="0" i="0" u="none" strike="noStrike" cap="none">
                <a:solidFill>
                  <a:schemeClr val="dk1"/>
                </a:solidFill>
                <a:latin typeface="Sorts Mill Goudy"/>
                <a:ea typeface="Sorts Mill Goudy"/>
                <a:cs typeface="Sorts Mill Goudy"/>
                <a:sym typeface="Sorts Mill Goudy"/>
              </a:defRPr>
            </a:lvl2pPr>
            <a:lvl3pPr marR="0" lvl="2" algn="l" rtl="0">
              <a:spcBef>
                <a:spcPts val="0"/>
              </a:spcBef>
              <a:spcAft>
                <a:spcPts val="0"/>
              </a:spcAft>
              <a:buSzPts val="1400"/>
              <a:buNone/>
              <a:defRPr sz="1800" b="0" i="0" u="none" strike="noStrike" cap="none">
                <a:solidFill>
                  <a:schemeClr val="dk1"/>
                </a:solidFill>
                <a:latin typeface="Sorts Mill Goudy"/>
                <a:ea typeface="Sorts Mill Goudy"/>
                <a:cs typeface="Sorts Mill Goudy"/>
                <a:sym typeface="Sorts Mill Goudy"/>
              </a:defRPr>
            </a:lvl3pPr>
            <a:lvl4pPr marR="0" lvl="3" algn="l" rtl="0">
              <a:spcBef>
                <a:spcPts val="0"/>
              </a:spcBef>
              <a:spcAft>
                <a:spcPts val="0"/>
              </a:spcAft>
              <a:buSzPts val="1400"/>
              <a:buNone/>
              <a:defRPr sz="1800" b="0" i="0" u="none" strike="noStrike" cap="none">
                <a:solidFill>
                  <a:schemeClr val="dk1"/>
                </a:solidFill>
                <a:latin typeface="Sorts Mill Goudy"/>
                <a:ea typeface="Sorts Mill Goudy"/>
                <a:cs typeface="Sorts Mill Goudy"/>
                <a:sym typeface="Sorts Mill Goudy"/>
              </a:defRPr>
            </a:lvl4pPr>
            <a:lvl5pPr marR="0" lvl="4" algn="l" rtl="0">
              <a:spcBef>
                <a:spcPts val="0"/>
              </a:spcBef>
              <a:spcAft>
                <a:spcPts val="0"/>
              </a:spcAft>
              <a:buSzPts val="1400"/>
              <a:buNone/>
              <a:defRPr sz="1800" b="0" i="0" u="none" strike="noStrike" cap="none">
                <a:solidFill>
                  <a:schemeClr val="dk1"/>
                </a:solidFill>
                <a:latin typeface="Sorts Mill Goudy"/>
                <a:ea typeface="Sorts Mill Goudy"/>
                <a:cs typeface="Sorts Mill Goudy"/>
                <a:sym typeface="Sorts Mill Goudy"/>
              </a:defRPr>
            </a:lvl5pPr>
            <a:lvl6pPr marR="0" lvl="5" algn="l" rtl="0">
              <a:spcBef>
                <a:spcPts val="0"/>
              </a:spcBef>
              <a:spcAft>
                <a:spcPts val="0"/>
              </a:spcAft>
              <a:buSzPts val="1400"/>
              <a:buNone/>
              <a:defRPr sz="1800" b="0" i="0" u="none" strike="noStrike" cap="none">
                <a:solidFill>
                  <a:schemeClr val="dk1"/>
                </a:solidFill>
                <a:latin typeface="Sorts Mill Goudy"/>
                <a:ea typeface="Sorts Mill Goudy"/>
                <a:cs typeface="Sorts Mill Goudy"/>
                <a:sym typeface="Sorts Mill Goudy"/>
              </a:defRPr>
            </a:lvl6pPr>
            <a:lvl7pPr marR="0" lvl="6" algn="l" rtl="0">
              <a:spcBef>
                <a:spcPts val="0"/>
              </a:spcBef>
              <a:spcAft>
                <a:spcPts val="0"/>
              </a:spcAft>
              <a:buSzPts val="1400"/>
              <a:buNone/>
              <a:defRPr sz="1800" b="0" i="0" u="none" strike="noStrike" cap="none">
                <a:solidFill>
                  <a:schemeClr val="dk1"/>
                </a:solidFill>
                <a:latin typeface="Sorts Mill Goudy"/>
                <a:ea typeface="Sorts Mill Goudy"/>
                <a:cs typeface="Sorts Mill Goudy"/>
                <a:sym typeface="Sorts Mill Goudy"/>
              </a:defRPr>
            </a:lvl7pPr>
            <a:lvl8pPr marR="0" lvl="7" algn="l" rtl="0">
              <a:spcBef>
                <a:spcPts val="0"/>
              </a:spcBef>
              <a:spcAft>
                <a:spcPts val="0"/>
              </a:spcAft>
              <a:buSzPts val="1400"/>
              <a:buNone/>
              <a:defRPr sz="1800" b="0" i="0" u="none" strike="noStrike" cap="none">
                <a:solidFill>
                  <a:schemeClr val="dk1"/>
                </a:solidFill>
                <a:latin typeface="Sorts Mill Goudy"/>
                <a:ea typeface="Sorts Mill Goudy"/>
                <a:cs typeface="Sorts Mill Goudy"/>
                <a:sym typeface="Sorts Mill Goudy"/>
              </a:defRPr>
            </a:lvl8pPr>
            <a:lvl9pPr marR="0" lvl="8" algn="l" rtl="0">
              <a:spcBef>
                <a:spcPts val="0"/>
              </a:spcBef>
              <a:spcAft>
                <a:spcPts val="0"/>
              </a:spcAft>
              <a:buSzPts val="1400"/>
              <a:buNone/>
              <a:defRPr sz="1800" b="0" i="0" u="none" strike="noStrike" cap="none">
                <a:solidFill>
                  <a:schemeClr val="dk1"/>
                </a:solidFill>
                <a:latin typeface="Sorts Mill Goudy"/>
                <a:ea typeface="Sorts Mill Goudy"/>
                <a:cs typeface="Sorts Mill Goudy"/>
                <a:sym typeface="Sorts Mill Goudy"/>
              </a:defRPr>
            </a:lvl9pPr>
          </a:lstStyle>
          <a:p>
            <a:endParaRPr/>
          </a:p>
        </p:txBody>
      </p:sp>
      <p:sp>
        <p:nvSpPr>
          <p:cNvPr id="12" name="Google Shape;12;p18"/>
          <p:cNvSpPr txBox="1">
            <a:spLocks noGrp="1"/>
          </p:cNvSpPr>
          <p:nvPr>
            <p:ph type="body" idx="1"/>
          </p:nvPr>
        </p:nvSpPr>
        <p:spPr>
          <a:xfrm>
            <a:off x="838200" y="2061469"/>
            <a:ext cx="10515600" cy="411480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10000"/>
              </a:lnSpc>
              <a:spcBef>
                <a:spcPts val="1000"/>
              </a:spcBef>
              <a:spcAft>
                <a:spcPts val="0"/>
              </a:spcAft>
              <a:buClr>
                <a:schemeClr val="dk1"/>
              </a:buClr>
              <a:buSzPts val="1440"/>
              <a:buFont typeface="Arial"/>
              <a:buNone/>
              <a:defRPr sz="1800" b="0" i="0" u="none" strike="noStrike" cap="none">
                <a:solidFill>
                  <a:schemeClr val="dk1"/>
                </a:solidFill>
                <a:latin typeface="Sorts Mill Goudy"/>
                <a:ea typeface="Sorts Mill Goudy"/>
                <a:cs typeface="Sorts Mill Goudy"/>
                <a:sym typeface="Sorts Mill Goudy"/>
              </a:defRPr>
            </a:lvl1pPr>
            <a:lvl2pPr marL="914400" marR="0" lvl="1" indent="-309880" algn="l" rtl="0">
              <a:lnSpc>
                <a:spcPct val="110000"/>
              </a:lnSpc>
              <a:spcBef>
                <a:spcPts val="500"/>
              </a:spcBef>
              <a:spcAft>
                <a:spcPts val="0"/>
              </a:spcAft>
              <a:buClr>
                <a:schemeClr val="dk1"/>
              </a:buClr>
              <a:buSzPts val="1280"/>
              <a:buFont typeface="Sorts Mill Goudy"/>
              <a:buChar char="–"/>
              <a:defRPr sz="1600" b="0" i="1" u="none" strike="noStrike" cap="none">
                <a:solidFill>
                  <a:schemeClr val="dk1"/>
                </a:solidFill>
                <a:latin typeface="Sorts Mill Goudy"/>
                <a:ea typeface="Sorts Mill Goudy"/>
                <a:cs typeface="Sorts Mill Goudy"/>
                <a:sym typeface="Sorts Mill Goudy"/>
              </a:defRPr>
            </a:lvl2pPr>
            <a:lvl3pPr marL="1371600" marR="0" lvl="2" indent="-299719" algn="l" rtl="0">
              <a:lnSpc>
                <a:spcPct val="110000"/>
              </a:lnSpc>
              <a:spcBef>
                <a:spcPts val="500"/>
              </a:spcBef>
              <a:spcAft>
                <a:spcPts val="0"/>
              </a:spcAft>
              <a:buClr>
                <a:schemeClr val="dk1"/>
              </a:buClr>
              <a:buSzPts val="1120"/>
              <a:buFont typeface="Arial"/>
              <a:buChar char="•"/>
              <a:defRPr sz="1400" b="0" i="0" u="none" strike="noStrike" cap="none">
                <a:solidFill>
                  <a:schemeClr val="dk1"/>
                </a:solidFill>
                <a:latin typeface="Sorts Mill Goudy"/>
                <a:ea typeface="Sorts Mill Goudy"/>
                <a:cs typeface="Sorts Mill Goudy"/>
                <a:sym typeface="Sorts Mill Goudy"/>
              </a:defRPr>
            </a:lvl3pPr>
            <a:lvl4pPr marL="1828800" marR="0" lvl="3" indent="-299719" algn="l" rtl="0">
              <a:lnSpc>
                <a:spcPct val="110000"/>
              </a:lnSpc>
              <a:spcBef>
                <a:spcPts val="500"/>
              </a:spcBef>
              <a:spcAft>
                <a:spcPts val="0"/>
              </a:spcAft>
              <a:buClr>
                <a:schemeClr val="dk1"/>
              </a:buClr>
              <a:buSzPts val="1120"/>
              <a:buFont typeface="Sorts Mill Goudy"/>
              <a:buChar char="–"/>
              <a:defRPr sz="1400" b="0" i="1" u="none" strike="noStrike" cap="none">
                <a:solidFill>
                  <a:schemeClr val="dk1"/>
                </a:solidFill>
                <a:latin typeface="Sorts Mill Goudy"/>
                <a:ea typeface="Sorts Mill Goudy"/>
                <a:cs typeface="Sorts Mill Goudy"/>
                <a:sym typeface="Sorts Mill Goudy"/>
              </a:defRPr>
            </a:lvl4pPr>
            <a:lvl5pPr marL="2286000" marR="0" lvl="4" indent="-299720" algn="l" rtl="0">
              <a:lnSpc>
                <a:spcPct val="110000"/>
              </a:lnSpc>
              <a:spcBef>
                <a:spcPts val="500"/>
              </a:spcBef>
              <a:spcAft>
                <a:spcPts val="0"/>
              </a:spcAft>
              <a:buClr>
                <a:schemeClr val="dk1"/>
              </a:buClr>
              <a:buSzPts val="1120"/>
              <a:buFont typeface="Arial"/>
              <a:buChar char="•"/>
              <a:defRPr sz="1400" b="0" i="0" u="none" strike="noStrike" cap="none">
                <a:solidFill>
                  <a:schemeClr val="dk1"/>
                </a:solidFill>
                <a:latin typeface="Sorts Mill Goudy"/>
                <a:ea typeface="Sorts Mill Goudy"/>
                <a:cs typeface="Sorts Mill Goudy"/>
                <a:sym typeface="Sorts Mill Goud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rts Mill Goudy"/>
                <a:ea typeface="Sorts Mill Goudy"/>
                <a:cs typeface="Sorts Mill Goudy"/>
                <a:sym typeface="Sorts Mill Goudy"/>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rts Mill Goudy"/>
                <a:ea typeface="Sorts Mill Goudy"/>
                <a:cs typeface="Sorts Mill Goudy"/>
                <a:sym typeface="Sorts Mill Goudy"/>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rts Mill Goudy"/>
                <a:ea typeface="Sorts Mill Goudy"/>
                <a:cs typeface="Sorts Mill Goudy"/>
                <a:sym typeface="Sorts Mill Goudy"/>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rts Mill Goudy"/>
                <a:ea typeface="Sorts Mill Goudy"/>
                <a:cs typeface="Sorts Mill Goudy"/>
                <a:sym typeface="Sorts Mill Goudy"/>
              </a:defRPr>
            </a:lvl9pPr>
          </a:lstStyle>
          <a:p>
            <a:endParaRPr/>
          </a:p>
        </p:txBody>
      </p:sp>
      <p:sp>
        <p:nvSpPr>
          <p:cNvPr id="13" name="Google Shape;13;p18"/>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00" b="0" i="0" u="none" strike="noStrike" cap="none">
                <a:solidFill>
                  <a:schemeClr val="dk1"/>
                </a:solidFill>
                <a:latin typeface="Sorts Mill Goudy"/>
                <a:ea typeface="Sorts Mill Goudy"/>
                <a:cs typeface="Sorts Mill Goudy"/>
                <a:sym typeface="Sorts Mill Goudy"/>
              </a:defRPr>
            </a:lvl1pPr>
            <a:lvl2pPr marR="0" lvl="1" algn="l" rtl="0">
              <a:spcBef>
                <a:spcPts val="0"/>
              </a:spcBef>
              <a:spcAft>
                <a:spcPts val="0"/>
              </a:spcAft>
              <a:buSzPts val="1400"/>
              <a:buNone/>
              <a:defRPr sz="1800" b="0" i="0" u="none" strike="noStrike" cap="none">
                <a:solidFill>
                  <a:schemeClr val="dk1"/>
                </a:solidFill>
                <a:latin typeface="Sorts Mill Goudy"/>
                <a:ea typeface="Sorts Mill Goudy"/>
                <a:cs typeface="Sorts Mill Goudy"/>
                <a:sym typeface="Sorts Mill Goudy"/>
              </a:defRPr>
            </a:lvl2pPr>
            <a:lvl3pPr marR="0" lvl="2" algn="l" rtl="0">
              <a:spcBef>
                <a:spcPts val="0"/>
              </a:spcBef>
              <a:spcAft>
                <a:spcPts val="0"/>
              </a:spcAft>
              <a:buSzPts val="1400"/>
              <a:buNone/>
              <a:defRPr sz="1800" b="0" i="0" u="none" strike="noStrike" cap="none">
                <a:solidFill>
                  <a:schemeClr val="dk1"/>
                </a:solidFill>
                <a:latin typeface="Sorts Mill Goudy"/>
                <a:ea typeface="Sorts Mill Goudy"/>
                <a:cs typeface="Sorts Mill Goudy"/>
                <a:sym typeface="Sorts Mill Goudy"/>
              </a:defRPr>
            </a:lvl3pPr>
            <a:lvl4pPr marR="0" lvl="3" algn="l" rtl="0">
              <a:spcBef>
                <a:spcPts val="0"/>
              </a:spcBef>
              <a:spcAft>
                <a:spcPts val="0"/>
              </a:spcAft>
              <a:buSzPts val="1400"/>
              <a:buNone/>
              <a:defRPr sz="1800" b="0" i="0" u="none" strike="noStrike" cap="none">
                <a:solidFill>
                  <a:schemeClr val="dk1"/>
                </a:solidFill>
                <a:latin typeface="Sorts Mill Goudy"/>
                <a:ea typeface="Sorts Mill Goudy"/>
                <a:cs typeface="Sorts Mill Goudy"/>
                <a:sym typeface="Sorts Mill Goudy"/>
              </a:defRPr>
            </a:lvl4pPr>
            <a:lvl5pPr marR="0" lvl="4" algn="l" rtl="0">
              <a:spcBef>
                <a:spcPts val="0"/>
              </a:spcBef>
              <a:spcAft>
                <a:spcPts val="0"/>
              </a:spcAft>
              <a:buSzPts val="1400"/>
              <a:buNone/>
              <a:defRPr sz="1800" b="0" i="0" u="none" strike="noStrike" cap="none">
                <a:solidFill>
                  <a:schemeClr val="dk1"/>
                </a:solidFill>
                <a:latin typeface="Sorts Mill Goudy"/>
                <a:ea typeface="Sorts Mill Goudy"/>
                <a:cs typeface="Sorts Mill Goudy"/>
                <a:sym typeface="Sorts Mill Goudy"/>
              </a:defRPr>
            </a:lvl5pPr>
            <a:lvl6pPr marR="0" lvl="5" algn="l" rtl="0">
              <a:spcBef>
                <a:spcPts val="0"/>
              </a:spcBef>
              <a:spcAft>
                <a:spcPts val="0"/>
              </a:spcAft>
              <a:buSzPts val="1400"/>
              <a:buNone/>
              <a:defRPr sz="1800" b="0" i="0" u="none" strike="noStrike" cap="none">
                <a:solidFill>
                  <a:schemeClr val="dk1"/>
                </a:solidFill>
                <a:latin typeface="Sorts Mill Goudy"/>
                <a:ea typeface="Sorts Mill Goudy"/>
                <a:cs typeface="Sorts Mill Goudy"/>
                <a:sym typeface="Sorts Mill Goudy"/>
              </a:defRPr>
            </a:lvl6pPr>
            <a:lvl7pPr marR="0" lvl="6" algn="l" rtl="0">
              <a:spcBef>
                <a:spcPts val="0"/>
              </a:spcBef>
              <a:spcAft>
                <a:spcPts val="0"/>
              </a:spcAft>
              <a:buSzPts val="1400"/>
              <a:buNone/>
              <a:defRPr sz="1800" b="0" i="0" u="none" strike="noStrike" cap="none">
                <a:solidFill>
                  <a:schemeClr val="dk1"/>
                </a:solidFill>
                <a:latin typeface="Sorts Mill Goudy"/>
                <a:ea typeface="Sorts Mill Goudy"/>
                <a:cs typeface="Sorts Mill Goudy"/>
                <a:sym typeface="Sorts Mill Goudy"/>
              </a:defRPr>
            </a:lvl7pPr>
            <a:lvl8pPr marR="0" lvl="7" algn="l" rtl="0">
              <a:spcBef>
                <a:spcPts val="0"/>
              </a:spcBef>
              <a:spcAft>
                <a:spcPts val="0"/>
              </a:spcAft>
              <a:buSzPts val="1400"/>
              <a:buNone/>
              <a:defRPr sz="1800" b="0" i="0" u="none" strike="noStrike" cap="none">
                <a:solidFill>
                  <a:schemeClr val="dk1"/>
                </a:solidFill>
                <a:latin typeface="Sorts Mill Goudy"/>
                <a:ea typeface="Sorts Mill Goudy"/>
                <a:cs typeface="Sorts Mill Goudy"/>
                <a:sym typeface="Sorts Mill Goudy"/>
              </a:defRPr>
            </a:lvl8pPr>
            <a:lvl9pPr marR="0" lvl="8" algn="l" rtl="0">
              <a:spcBef>
                <a:spcPts val="0"/>
              </a:spcBef>
              <a:spcAft>
                <a:spcPts val="0"/>
              </a:spcAft>
              <a:buSzPts val="1400"/>
              <a:buNone/>
              <a:defRPr sz="1800" b="0" i="0" u="none" strike="noStrike" cap="none">
                <a:solidFill>
                  <a:schemeClr val="dk1"/>
                </a:solidFill>
                <a:latin typeface="Sorts Mill Goudy"/>
                <a:ea typeface="Sorts Mill Goudy"/>
                <a:cs typeface="Sorts Mill Goudy"/>
                <a:sym typeface="Sorts Mill Goudy"/>
              </a:defRPr>
            </a:lvl9pPr>
          </a:lstStyle>
          <a:p>
            <a:endParaRPr/>
          </a:p>
        </p:txBody>
      </p:sp>
      <p:sp>
        <p:nvSpPr>
          <p:cNvPr id="14" name="Google Shape;14;p18"/>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000" b="0" i="0" u="none" strike="noStrike" cap="none">
                <a:solidFill>
                  <a:schemeClr val="dk1"/>
                </a:solidFill>
                <a:latin typeface="Sorts Mill Goudy"/>
                <a:ea typeface="Sorts Mill Goudy"/>
                <a:cs typeface="Sorts Mill Goudy"/>
                <a:sym typeface="Sorts Mill Goudy"/>
              </a:defRPr>
            </a:lvl1pPr>
            <a:lvl2pPr marL="0" marR="0" lvl="1" indent="0" algn="ctr" rtl="0">
              <a:spcBef>
                <a:spcPts val="0"/>
              </a:spcBef>
              <a:buNone/>
              <a:defRPr sz="1000" b="0" i="0" u="none" strike="noStrike" cap="none">
                <a:solidFill>
                  <a:schemeClr val="dk1"/>
                </a:solidFill>
                <a:latin typeface="Sorts Mill Goudy"/>
                <a:ea typeface="Sorts Mill Goudy"/>
                <a:cs typeface="Sorts Mill Goudy"/>
                <a:sym typeface="Sorts Mill Goudy"/>
              </a:defRPr>
            </a:lvl2pPr>
            <a:lvl3pPr marL="0" marR="0" lvl="2" indent="0" algn="ctr" rtl="0">
              <a:spcBef>
                <a:spcPts val="0"/>
              </a:spcBef>
              <a:buNone/>
              <a:defRPr sz="1000" b="0" i="0" u="none" strike="noStrike" cap="none">
                <a:solidFill>
                  <a:schemeClr val="dk1"/>
                </a:solidFill>
                <a:latin typeface="Sorts Mill Goudy"/>
                <a:ea typeface="Sorts Mill Goudy"/>
                <a:cs typeface="Sorts Mill Goudy"/>
                <a:sym typeface="Sorts Mill Goudy"/>
              </a:defRPr>
            </a:lvl3pPr>
            <a:lvl4pPr marL="0" marR="0" lvl="3" indent="0" algn="ctr" rtl="0">
              <a:spcBef>
                <a:spcPts val="0"/>
              </a:spcBef>
              <a:buNone/>
              <a:defRPr sz="1000" b="0" i="0" u="none" strike="noStrike" cap="none">
                <a:solidFill>
                  <a:schemeClr val="dk1"/>
                </a:solidFill>
                <a:latin typeface="Sorts Mill Goudy"/>
                <a:ea typeface="Sorts Mill Goudy"/>
                <a:cs typeface="Sorts Mill Goudy"/>
                <a:sym typeface="Sorts Mill Goudy"/>
              </a:defRPr>
            </a:lvl4pPr>
            <a:lvl5pPr marL="0" marR="0" lvl="4" indent="0" algn="ctr" rtl="0">
              <a:spcBef>
                <a:spcPts val="0"/>
              </a:spcBef>
              <a:buNone/>
              <a:defRPr sz="1000" b="0" i="0" u="none" strike="noStrike" cap="none">
                <a:solidFill>
                  <a:schemeClr val="dk1"/>
                </a:solidFill>
                <a:latin typeface="Sorts Mill Goudy"/>
                <a:ea typeface="Sorts Mill Goudy"/>
                <a:cs typeface="Sorts Mill Goudy"/>
                <a:sym typeface="Sorts Mill Goudy"/>
              </a:defRPr>
            </a:lvl5pPr>
            <a:lvl6pPr marL="0" marR="0" lvl="5" indent="0" algn="ctr" rtl="0">
              <a:spcBef>
                <a:spcPts val="0"/>
              </a:spcBef>
              <a:buNone/>
              <a:defRPr sz="1000" b="0" i="0" u="none" strike="noStrike" cap="none">
                <a:solidFill>
                  <a:schemeClr val="dk1"/>
                </a:solidFill>
                <a:latin typeface="Sorts Mill Goudy"/>
                <a:ea typeface="Sorts Mill Goudy"/>
                <a:cs typeface="Sorts Mill Goudy"/>
                <a:sym typeface="Sorts Mill Goudy"/>
              </a:defRPr>
            </a:lvl6pPr>
            <a:lvl7pPr marL="0" marR="0" lvl="6" indent="0" algn="ctr" rtl="0">
              <a:spcBef>
                <a:spcPts val="0"/>
              </a:spcBef>
              <a:buNone/>
              <a:defRPr sz="1000" b="0" i="0" u="none" strike="noStrike" cap="none">
                <a:solidFill>
                  <a:schemeClr val="dk1"/>
                </a:solidFill>
                <a:latin typeface="Sorts Mill Goudy"/>
                <a:ea typeface="Sorts Mill Goudy"/>
                <a:cs typeface="Sorts Mill Goudy"/>
                <a:sym typeface="Sorts Mill Goudy"/>
              </a:defRPr>
            </a:lvl7pPr>
            <a:lvl8pPr marL="0" marR="0" lvl="7" indent="0" algn="ctr" rtl="0">
              <a:spcBef>
                <a:spcPts val="0"/>
              </a:spcBef>
              <a:buNone/>
              <a:defRPr sz="1000" b="0" i="0" u="none" strike="noStrike" cap="none">
                <a:solidFill>
                  <a:schemeClr val="dk1"/>
                </a:solidFill>
                <a:latin typeface="Sorts Mill Goudy"/>
                <a:ea typeface="Sorts Mill Goudy"/>
                <a:cs typeface="Sorts Mill Goudy"/>
                <a:sym typeface="Sorts Mill Goudy"/>
              </a:defRPr>
            </a:lvl8pPr>
            <a:lvl9pPr marL="0" marR="0" lvl="8" indent="0" algn="ctr" rtl="0">
              <a:spcBef>
                <a:spcPts val="0"/>
              </a:spcBef>
              <a:buNone/>
              <a:defRPr sz="1000" b="0" i="0" u="none" strike="noStrike" cap="none">
                <a:solidFill>
                  <a:schemeClr val="dk1"/>
                </a:solidFill>
                <a:latin typeface="Sorts Mill Goudy"/>
                <a:ea typeface="Sorts Mill Goudy"/>
                <a:cs typeface="Sorts Mill Goudy"/>
                <a:sym typeface="Sorts Mill Goudy"/>
              </a:defRPr>
            </a:lvl9pPr>
          </a:lstStyle>
          <a:p>
            <a:pPr marL="0" lvl="0" indent="0" algn="ctr" rtl="0">
              <a:spcBef>
                <a:spcPts val="0"/>
              </a:spcBef>
              <a:spcAft>
                <a:spcPts val="0"/>
              </a:spcAft>
              <a:buNone/>
            </a:pPr>
            <a:fld id="{00000000-1234-1234-1234-123412341234}" type="slidenum">
              <a:rPr lang="es-ES"/>
              <a:t>‹Nº›</a:t>
            </a:fld>
            <a:endParaRPr/>
          </a:p>
        </p:txBody>
      </p:sp>
      <p:cxnSp>
        <p:nvCxnSpPr>
          <p:cNvPr id="15" name="Google Shape;15;p18"/>
          <p:cNvCxnSpPr/>
          <p:nvPr/>
        </p:nvCxnSpPr>
        <p:spPr>
          <a:xfrm rot="10800000">
            <a:off x="4" y="1824111"/>
            <a:ext cx="12191996" cy="0"/>
          </a:xfrm>
          <a:prstGeom prst="straightConnector1">
            <a:avLst/>
          </a:prstGeom>
          <a:noFill/>
          <a:ln w="9525" cap="flat" cmpd="sng">
            <a:solidFill>
              <a:schemeClr val="dk1"/>
            </a:solidFill>
            <a:prstDash val="solid"/>
            <a:miter lim="800000"/>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hyperlink" Target="https://felipedijocalvo.wixsite.com/granadatapas"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1"/>
          <p:cNvSpPr txBox="1">
            <a:spLocks noGrp="1"/>
          </p:cNvSpPr>
          <p:nvPr>
            <p:ph type="ctrTitle"/>
          </p:nvPr>
        </p:nvSpPr>
        <p:spPr>
          <a:xfrm>
            <a:off x="609600" y="5449526"/>
            <a:ext cx="10972800" cy="786384"/>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dk1"/>
              </a:buClr>
              <a:buSzPts val="3200"/>
              <a:buFont typeface="Arial"/>
              <a:buNone/>
            </a:pPr>
            <a:r>
              <a:rPr lang="es-ES" sz="3200"/>
              <a:t>TAPAS. TURISMO GASTRONÓMICO GRANADINO</a:t>
            </a:r>
            <a:endParaRPr/>
          </a:p>
        </p:txBody>
      </p:sp>
      <p:pic>
        <p:nvPicPr>
          <p:cNvPr id="421" name="Google Shape;421;p1" descr="Sliced prosciutto with  caper, olives and cheese, served on wooden plate"/>
          <p:cNvPicPr preferRelativeResize="0"/>
          <p:nvPr/>
        </p:nvPicPr>
        <p:blipFill rotWithShape="1">
          <a:blip r:embed="rId3">
            <a:alphaModFix/>
          </a:blip>
          <a:srcRect t="25330" b="13397"/>
          <a:stretch/>
        </p:blipFill>
        <p:spPr>
          <a:xfrm>
            <a:off x="20" y="10"/>
            <a:ext cx="12191979" cy="4986415"/>
          </a:xfrm>
          <a:prstGeom prst="rect">
            <a:avLst/>
          </a:prstGeom>
          <a:noFill/>
          <a:ln>
            <a:noFill/>
          </a:ln>
        </p:spPr>
      </p:pic>
      <p:sp>
        <p:nvSpPr>
          <p:cNvPr id="422" name="Google Shape;422;p1"/>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r>
              <a:rPr lang="es-ES"/>
              <a:t>10/23/2025</a:t>
            </a:r>
            <a:endParaRPr/>
          </a:p>
        </p:txBody>
      </p:sp>
      <p:sp>
        <p:nvSpPr>
          <p:cNvPr id="423" name="Google Shape;423;p1"/>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None/>
            </a:pPr>
            <a:fld id="{00000000-1234-1234-1234-123412341234}" type="slidenum">
              <a:rPr lang="es-ES"/>
              <a:t>1</a:t>
            </a:fld>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420"/>
                                        </p:tgtEl>
                                        <p:attrNameLst>
                                          <p:attrName>style.visibility</p:attrName>
                                        </p:attrNameLst>
                                      </p:cBhvr>
                                      <p:to>
                                        <p:strVal val="visible"/>
                                      </p:to>
                                    </p:set>
                                    <p:animEffect transition="in" filter="fade">
                                      <p:cBhvr>
                                        <p:cTn id="7" dur="700"/>
                                        <p:tgtEl>
                                          <p:spTgt spid="4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g3c2d476c8f4_0_1"/>
          <p:cNvSpPr txBox="1">
            <a:spLocks noGrp="1"/>
          </p:cNvSpPr>
          <p:nvPr>
            <p:ph type="dt" idx="10"/>
          </p:nvPr>
        </p:nvSpPr>
        <p:spPr>
          <a:xfrm rot="5400000">
            <a:off x="10426039" y="4687063"/>
            <a:ext cx="2706600" cy="3651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r>
              <a:rPr lang="es-ES"/>
              <a:t>10/23/2025</a:t>
            </a:r>
            <a:endParaRPr/>
          </a:p>
        </p:txBody>
      </p:sp>
      <p:sp>
        <p:nvSpPr>
          <p:cNvPr id="430" name="Google Shape;430;g3c2d476c8f4_0_1"/>
          <p:cNvSpPr txBox="1">
            <a:spLocks noGrp="1"/>
          </p:cNvSpPr>
          <p:nvPr>
            <p:ph type="sldNum" idx="12"/>
          </p:nvPr>
        </p:nvSpPr>
        <p:spPr>
          <a:xfrm>
            <a:off x="11512296" y="6356350"/>
            <a:ext cx="574500" cy="3651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None/>
            </a:pPr>
            <a:fld id="{00000000-1234-1234-1234-123412341234}" type="slidenum">
              <a:rPr lang="es-ES"/>
              <a:t>2</a:t>
            </a:fld>
            <a:endParaRPr/>
          </a:p>
        </p:txBody>
      </p:sp>
      <p:sp>
        <p:nvSpPr>
          <p:cNvPr id="431" name="Google Shape;431;g3c2d476c8f4_0_1"/>
          <p:cNvSpPr txBox="1">
            <a:spLocks noGrp="1"/>
          </p:cNvSpPr>
          <p:nvPr>
            <p:ph type="title"/>
          </p:nvPr>
        </p:nvSpPr>
        <p:spPr>
          <a:xfrm>
            <a:off x="731520" y="365760"/>
            <a:ext cx="10741200" cy="11322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400"/>
              <a:buFont typeface="Arial"/>
              <a:buNone/>
            </a:pPr>
            <a:r>
              <a:rPr lang="es-ES">
                <a:latin typeface="Sorts Mill Goudy"/>
                <a:ea typeface="Sorts Mill Goudy"/>
                <a:cs typeface="Sorts Mill Goudy"/>
                <a:sym typeface="Sorts Mill Goudy"/>
              </a:rPr>
              <a:t>Recorrido Cognitivo: usuarios</a:t>
            </a:r>
            <a:endParaRPr>
              <a:latin typeface="Sorts Mill Goudy"/>
              <a:ea typeface="Sorts Mill Goudy"/>
              <a:cs typeface="Sorts Mill Goudy"/>
              <a:sym typeface="Sorts Mill Goudy"/>
            </a:endParaRPr>
          </a:p>
        </p:txBody>
      </p:sp>
      <p:sp>
        <p:nvSpPr>
          <p:cNvPr id="432" name="Google Shape;432;g3c2d476c8f4_0_1"/>
          <p:cNvSpPr txBox="1"/>
          <p:nvPr/>
        </p:nvSpPr>
        <p:spPr>
          <a:xfrm>
            <a:off x="838200" y="1587675"/>
            <a:ext cx="9018600" cy="350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ES" sz="2400" dirty="0">
                <a:solidFill>
                  <a:schemeClr val="dk1"/>
                </a:solidFill>
                <a:latin typeface="Sorts Mill Goudy"/>
                <a:ea typeface="Sorts Mill Goudy"/>
                <a:cs typeface="Sorts Mill Goudy"/>
                <a:sym typeface="Sorts Mill Goudy"/>
              </a:rPr>
              <a:t>3 usuarios con diferentes situaciones:</a:t>
            </a:r>
            <a:endParaRPr sz="2400" dirty="0">
              <a:solidFill>
                <a:schemeClr val="dk1"/>
              </a:solidFill>
              <a:latin typeface="Sorts Mill Goudy"/>
              <a:ea typeface="Sorts Mill Goudy"/>
              <a:cs typeface="Sorts Mill Goudy"/>
              <a:sym typeface="Sorts Mill Goudy"/>
            </a:endParaRPr>
          </a:p>
          <a:p>
            <a:pPr marL="0" lvl="0" indent="0" algn="l" rtl="0">
              <a:spcBef>
                <a:spcPts val="0"/>
              </a:spcBef>
              <a:spcAft>
                <a:spcPts val="0"/>
              </a:spcAft>
              <a:buNone/>
            </a:pPr>
            <a:endParaRPr sz="2400" dirty="0">
              <a:solidFill>
                <a:schemeClr val="dk1"/>
              </a:solidFill>
              <a:latin typeface="Sorts Mill Goudy"/>
              <a:ea typeface="Sorts Mill Goudy"/>
              <a:cs typeface="Sorts Mill Goudy"/>
              <a:sym typeface="Sorts Mill Goudy"/>
            </a:endParaRPr>
          </a:p>
          <a:p>
            <a:pPr marL="457200" lvl="0" indent="-381000" algn="l" rtl="0">
              <a:spcBef>
                <a:spcPts val="0"/>
              </a:spcBef>
              <a:spcAft>
                <a:spcPts val="0"/>
              </a:spcAft>
              <a:buClr>
                <a:schemeClr val="dk1"/>
              </a:buClr>
              <a:buSzPts val="2400"/>
              <a:buFont typeface="Sorts Mill Goudy"/>
              <a:buChar char="-"/>
            </a:pPr>
            <a:r>
              <a:rPr lang="es-ES" sz="2400" dirty="0">
                <a:solidFill>
                  <a:schemeClr val="dk1"/>
                </a:solidFill>
                <a:latin typeface="Sorts Mill Goudy"/>
                <a:ea typeface="Sorts Mill Goudy"/>
                <a:cs typeface="Sorts Mill Goudy"/>
                <a:sym typeface="Sorts Mill Goudy"/>
              </a:rPr>
              <a:t>Alejandro Sánchez: desarrollador de software. 23 años. 2 años en </a:t>
            </a:r>
            <a:r>
              <a:rPr lang="es-ES" sz="2400">
                <a:solidFill>
                  <a:schemeClr val="dk1"/>
                </a:solidFill>
                <a:latin typeface="Sorts Mill Goudy"/>
                <a:ea typeface="Sorts Mill Goudy"/>
                <a:cs typeface="Sorts Mill Goudy"/>
                <a:sym typeface="Sorts Mill Goudy"/>
              </a:rPr>
              <a:t>Granada.</a:t>
            </a:r>
            <a:endParaRPr sz="2400" dirty="0">
              <a:solidFill>
                <a:schemeClr val="dk1"/>
              </a:solidFill>
              <a:latin typeface="Sorts Mill Goudy"/>
              <a:ea typeface="Sorts Mill Goudy"/>
              <a:cs typeface="Sorts Mill Goudy"/>
              <a:sym typeface="Sorts Mill Goudy"/>
            </a:endParaRPr>
          </a:p>
          <a:p>
            <a:pPr marL="457200" lvl="0" indent="0" algn="l" rtl="0">
              <a:spcBef>
                <a:spcPts val="0"/>
              </a:spcBef>
              <a:spcAft>
                <a:spcPts val="0"/>
              </a:spcAft>
              <a:buNone/>
            </a:pPr>
            <a:endParaRPr sz="2400" dirty="0">
              <a:solidFill>
                <a:schemeClr val="dk1"/>
              </a:solidFill>
              <a:latin typeface="Sorts Mill Goudy"/>
              <a:ea typeface="Sorts Mill Goudy"/>
              <a:cs typeface="Sorts Mill Goudy"/>
              <a:sym typeface="Sorts Mill Goudy"/>
            </a:endParaRPr>
          </a:p>
          <a:p>
            <a:pPr marL="457200" lvl="0" indent="-381000" algn="l" rtl="0">
              <a:spcBef>
                <a:spcPts val="0"/>
              </a:spcBef>
              <a:spcAft>
                <a:spcPts val="0"/>
              </a:spcAft>
              <a:buClr>
                <a:schemeClr val="dk1"/>
              </a:buClr>
              <a:buSzPts val="2400"/>
              <a:buFont typeface="Sorts Mill Goudy"/>
              <a:buChar char="-"/>
            </a:pPr>
            <a:r>
              <a:rPr lang="es-ES" sz="2400" dirty="0">
                <a:solidFill>
                  <a:schemeClr val="dk1"/>
                </a:solidFill>
                <a:latin typeface="Sorts Mill Goudy"/>
                <a:ea typeface="Sorts Mill Goudy"/>
                <a:cs typeface="Sorts Mill Goudy"/>
                <a:sym typeface="Sorts Mill Goudy"/>
              </a:rPr>
              <a:t>Antonio Aguilera: estudiante nacido en Granada. 24 años.</a:t>
            </a:r>
            <a:endParaRPr sz="2400" dirty="0">
              <a:solidFill>
                <a:schemeClr val="dk1"/>
              </a:solidFill>
              <a:latin typeface="Sorts Mill Goudy"/>
              <a:ea typeface="Sorts Mill Goudy"/>
              <a:cs typeface="Sorts Mill Goudy"/>
              <a:sym typeface="Sorts Mill Goudy"/>
            </a:endParaRPr>
          </a:p>
          <a:p>
            <a:pPr marL="457200" lvl="0" indent="0" algn="l" rtl="0">
              <a:spcBef>
                <a:spcPts val="0"/>
              </a:spcBef>
              <a:spcAft>
                <a:spcPts val="0"/>
              </a:spcAft>
              <a:buNone/>
            </a:pPr>
            <a:endParaRPr sz="2400" dirty="0">
              <a:solidFill>
                <a:schemeClr val="dk1"/>
              </a:solidFill>
              <a:latin typeface="Sorts Mill Goudy"/>
              <a:ea typeface="Sorts Mill Goudy"/>
              <a:cs typeface="Sorts Mill Goudy"/>
              <a:sym typeface="Sorts Mill Goudy"/>
            </a:endParaRPr>
          </a:p>
          <a:p>
            <a:pPr marL="457200" lvl="0" indent="-381000" algn="l" rtl="0">
              <a:spcBef>
                <a:spcPts val="0"/>
              </a:spcBef>
              <a:spcAft>
                <a:spcPts val="0"/>
              </a:spcAft>
              <a:buClr>
                <a:schemeClr val="dk1"/>
              </a:buClr>
              <a:buSzPts val="2400"/>
              <a:buFont typeface="Sorts Mill Goudy"/>
              <a:buChar char="-"/>
            </a:pPr>
            <a:r>
              <a:rPr lang="es-ES" sz="2400" dirty="0">
                <a:solidFill>
                  <a:schemeClr val="dk1"/>
                </a:solidFill>
                <a:latin typeface="Sorts Mill Goudy"/>
                <a:ea typeface="Sorts Mill Goudy"/>
                <a:cs typeface="Sorts Mill Goudy"/>
                <a:sym typeface="Sorts Mill Goudy"/>
              </a:rPr>
              <a:t>Guillermo Muriel: estudiante. 22 años. 4 meses en Granada.</a:t>
            </a:r>
            <a:endParaRPr sz="2400" dirty="0">
              <a:solidFill>
                <a:schemeClr val="dk1"/>
              </a:solidFill>
              <a:latin typeface="Sorts Mill Goudy"/>
              <a:ea typeface="Sorts Mill Goudy"/>
              <a:cs typeface="Sorts Mill Goudy"/>
              <a:sym typeface="Sorts Mill Goudy"/>
            </a:endParaRPr>
          </a:p>
          <a:p>
            <a:pPr marL="0" lvl="0" indent="0" algn="l" rtl="0">
              <a:spcBef>
                <a:spcPts val="0"/>
              </a:spcBef>
              <a:spcAft>
                <a:spcPts val="0"/>
              </a:spcAft>
              <a:buNone/>
            </a:pPr>
            <a:endParaRPr sz="2400" dirty="0">
              <a:solidFill>
                <a:schemeClr val="dk1"/>
              </a:solidFill>
              <a:latin typeface="Sorts Mill Goudy"/>
              <a:ea typeface="Sorts Mill Goudy"/>
              <a:cs typeface="Sorts Mill Goudy"/>
              <a:sym typeface="Sorts Mill Goudy"/>
            </a:endParaRPr>
          </a:p>
        </p:txBody>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2"/>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r>
              <a:rPr lang="es-ES"/>
              <a:t>10/23/2025</a:t>
            </a:r>
            <a:endParaRPr/>
          </a:p>
        </p:txBody>
      </p:sp>
      <p:sp>
        <p:nvSpPr>
          <p:cNvPr id="439" name="Google Shape;439;p2"/>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None/>
            </a:pPr>
            <a:fld id="{00000000-1234-1234-1234-123412341234}" type="slidenum">
              <a:rPr lang="es-ES"/>
              <a:t>3</a:t>
            </a:fld>
            <a:endParaRPr/>
          </a:p>
        </p:txBody>
      </p:sp>
      <p:sp>
        <p:nvSpPr>
          <p:cNvPr id="440" name="Google Shape;440;p2"/>
          <p:cNvSpPr txBox="1">
            <a:spLocks noGrp="1"/>
          </p:cNvSpPr>
          <p:nvPr>
            <p:ph type="title"/>
          </p:nvPr>
        </p:nvSpPr>
        <p:spPr>
          <a:xfrm>
            <a:off x="731520" y="365760"/>
            <a:ext cx="10741200" cy="11322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400"/>
              <a:buFont typeface="Arial"/>
              <a:buNone/>
            </a:pPr>
            <a:r>
              <a:rPr lang="es-ES">
                <a:latin typeface="Sorts Mill Goudy"/>
                <a:ea typeface="Sorts Mill Goudy"/>
                <a:cs typeface="Sorts Mill Goudy"/>
                <a:sym typeface="Sorts Mill Goudy"/>
              </a:rPr>
              <a:t>Recorrido Cognitivo: tareas</a:t>
            </a:r>
            <a:endParaRPr>
              <a:latin typeface="Sorts Mill Goudy"/>
              <a:ea typeface="Sorts Mill Goudy"/>
              <a:cs typeface="Sorts Mill Goudy"/>
              <a:sym typeface="Sorts Mill Goudy"/>
            </a:endParaRPr>
          </a:p>
        </p:txBody>
      </p:sp>
      <p:pic>
        <p:nvPicPr>
          <p:cNvPr id="441" name="Google Shape;441;p2"/>
          <p:cNvPicPr preferRelativeResize="0"/>
          <p:nvPr/>
        </p:nvPicPr>
        <p:blipFill>
          <a:blip r:embed="rId3">
            <a:alphaModFix/>
          </a:blip>
          <a:stretch>
            <a:fillRect/>
          </a:stretch>
        </p:blipFill>
        <p:spPr>
          <a:xfrm>
            <a:off x="844325" y="1497950"/>
            <a:ext cx="10515600" cy="5223525"/>
          </a:xfrm>
          <a:prstGeom prst="rect">
            <a:avLst/>
          </a:prstGeom>
          <a:noFill/>
          <a:ln>
            <a:noFill/>
          </a:ln>
        </p:spPr>
      </p:pic>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g3c2d476c8f4_0_10"/>
          <p:cNvSpPr txBox="1">
            <a:spLocks noGrp="1"/>
          </p:cNvSpPr>
          <p:nvPr>
            <p:ph type="dt" idx="10"/>
          </p:nvPr>
        </p:nvSpPr>
        <p:spPr>
          <a:xfrm rot="5400000">
            <a:off x="10426039" y="4687063"/>
            <a:ext cx="2706600" cy="3651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r>
              <a:rPr lang="es-ES"/>
              <a:t>10/23/2025</a:t>
            </a:r>
            <a:endParaRPr/>
          </a:p>
        </p:txBody>
      </p:sp>
      <p:sp>
        <p:nvSpPr>
          <p:cNvPr id="448" name="Google Shape;448;g3c2d476c8f4_0_10"/>
          <p:cNvSpPr txBox="1">
            <a:spLocks noGrp="1"/>
          </p:cNvSpPr>
          <p:nvPr>
            <p:ph type="sldNum" idx="12"/>
          </p:nvPr>
        </p:nvSpPr>
        <p:spPr>
          <a:xfrm>
            <a:off x="11512296" y="6356350"/>
            <a:ext cx="574500" cy="3651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None/>
            </a:pPr>
            <a:fld id="{00000000-1234-1234-1234-123412341234}" type="slidenum">
              <a:rPr lang="es-ES"/>
              <a:t>4</a:t>
            </a:fld>
            <a:endParaRPr/>
          </a:p>
        </p:txBody>
      </p:sp>
      <p:sp>
        <p:nvSpPr>
          <p:cNvPr id="449" name="Google Shape;449;g3c2d476c8f4_0_10"/>
          <p:cNvSpPr txBox="1">
            <a:spLocks noGrp="1"/>
          </p:cNvSpPr>
          <p:nvPr>
            <p:ph type="title"/>
          </p:nvPr>
        </p:nvSpPr>
        <p:spPr>
          <a:xfrm>
            <a:off x="731520" y="365760"/>
            <a:ext cx="10741200" cy="11322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400"/>
              <a:buFont typeface="Arial"/>
              <a:buNone/>
            </a:pPr>
            <a:r>
              <a:rPr lang="es-ES">
                <a:latin typeface="Sorts Mill Goudy"/>
                <a:ea typeface="Sorts Mill Goudy"/>
                <a:cs typeface="Sorts Mill Goudy"/>
                <a:sym typeface="Sorts Mill Goudy"/>
              </a:rPr>
              <a:t>Recorrido Cognitivo: tareas</a:t>
            </a:r>
            <a:endParaRPr>
              <a:latin typeface="Sorts Mill Goudy"/>
              <a:ea typeface="Sorts Mill Goudy"/>
              <a:cs typeface="Sorts Mill Goudy"/>
              <a:sym typeface="Sorts Mill Goudy"/>
            </a:endParaRPr>
          </a:p>
        </p:txBody>
      </p:sp>
      <p:pic>
        <p:nvPicPr>
          <p:cNvPr id="450" name="Google Shape;450;g3c2d476c8f4_0_10"/>
          <p:cNvPicPr preferRelativeResize="0"/>
          <p:nvPr/>
        </p:nvPicPr>
        <p:blipFill>
          <a:blip r:embed="rId3">
            <a:alphaModFix/>
          </a:blip>
          <a:stretch>
            <a:fillRect/>
          </a:stretch>
        </p:blipFill>
        <p:spPr>
          <a:xfrm>
            <a:off x="1072650" y="1650350"/>
            <a:ext cx="10096499" cy="4984900"/>
          </a:xfrm>
          <a:prstGeom prst="rect">
            <a:avLst/>
          </a:prstGeom>
          <a:noFill/>
          <a:ln>
            <a:noFill/>
          </a:ln>
        </p:spPr>
      </p:pic>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g3c2d476c8f4_0_18"/>
          <p:cNvSpPr txBox="1">
            <a:spLocks noGrp="1"/>
          </p:cNvSpPr>
          <p:nvPr>
            <p:ph type="dt" idx="10"/>
          </p:nvPr>
        </p:nvSpPr>
        <p:spPr>
          <a:xfrm rot="5400000">
            <a:off x="10426039" y="4687063"/>
            <a:ext cx="2706600" cy="3651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r>
              <a:rPr lang="es-ES"/>
              <a:t>10/23/2025</a:t>
            </a:r>
            <a:endParaRPr/>
          </a:p>
        </p:txBody>
      </p:sp>
      <p:sp>
        <p:nvSpPr>
          <p:cNvPr id="457" name="Google Shape;457;g3c2d476c8f4_0_18"/>
          <p:cNvSpPr txBox="1">
            <a:spLocks noGrp="1"/>
          </p:cNvSpPr>
          <p:nvPr>
            <p:ph type="sldNum" idx="12"/>
          </p:nvPr>
        </p:nvSpPr>
        <p:spPr>
          <a:xfrm>
            <a:off x="11512296" y="6356350"/>
            <a:ext cx="574500" cy="3651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None/>
            </a:pPr>
            <a:fld id="{00000000-1234-1234-1234-123412341234}" type="slidenum">
              <a:rPr lang="es-ES"/>
              <a:t>5</a:t>
            </a:fld>
            <a:endParaRPr/>
          </a:p>
        </p:txBody>
      </p:sp>
      <p:sp>
        <p:nvSpPr>
          <p:cNvPr id="458" name="Google Shape;458;g3c2d476c8f4_0_18"/>
          <p:cNvSpPr txBox="1">
            <a:spLocks noGrp="1"/>
          </p:cNvSpPr>
          <p:nvPr>
            <p:ph type="title"/>
          </p:nvPr>
        </p:nvSpPr>
        <p:spPr>
          <a:xfrm>
            <a:off x="731520" y="365760"/>
            <a:ext cx="10741200" cy="11322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400"/>
              <a:buFont typeface="Arial"/>
              <a:buNone/>
            </a:pPr>
            <a:r>
              <a:rPr lang="es-ES">
                <a:latin typeface="Sorts Mill Goudy"/>
                <a:ea typeface="Sorts Mill Goudy"/>
                <a:cs typeface="Sorts Mill Goudy"/>
                <a:sym typeface="Sorts Mill Goudy"/>
              </a:rPr>
              <a:t>Recorrido Cognitivo: tareas</a:t>
            </a:r>
            <a:endParaRPr>
              <a:latin typeface="Sorts Mill Goudy"/>
              <a:ea typeface="Sorts Mill Goudy"/>
              <a:cs typeface="Sorts Mill Goudy"/>
              <a:sym typeface="Sorts Mill Goudy"/>
            </a:endParaRPr>
          </a:p>
        </p:txBody>
      </p:sp>
      <p:pic>
        <p:nvPicPr>
          <p:cNvPr id="459" name="Google Shape;459;g3c2d476c8f4_0_18"/>
          <p:cNvPicPr preferRelativeResize="0"/>
          <p:nvPr/>
        </p:nvPicPr>
        <p:blipFill>
          <a:blip r:embed="rId3">
            <a:alphaModFix/>
          </a:blip>
          <a:stretch>
            <a:fillRect/>
          </a:stretch>
        </p:blipFill>
        <p:spPr>
          <a:xfrm>
            <a:off x="1534175" y="1497949"/>
            <a:ext cx="9135900" cy="5118174"/>
          </a:xfrm>
          <a:prstGeom prst="rect">
            <a:avLst/>
          </a:prstGeom>
          <a:noFill/>
          <a:ln>
            <a:noFill/>
          </a:ln>
        </p:spPr>
      </p:pic>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10"/>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r>
              <a:rPr lang="es-ES"/>
              <a:t>10/23/2025</a:t>
            </a:r>
            <a:endParaRPr/>
          </a:p>
        </p:txBody>
      </p:sp>
      <p:sp>
        <p:nvSpPr>
          <p:cNvPr id="465" name="Google Shape;465;p10"/>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None/>
            </a:pPr>
            <a:fld id="{00000000-1234-1234-1234-123412341234}" type="slidenum">
              <a:rPr lang="es-ES"/>
              <a:t>6</a:t>
            </a:fld>
            <a:endParaRPr/>
          </a:p>
        </p:txBody>
      </p:sp>
      <p:pic>
        <p:nvPicPr>
          <p:cNvPr id="466" name="Google Shape;466;p10"/>
          <p:cNvPicPr preferRelativeResize="0"/>
          <p:nvPr/>
        </p:nvPicPr>
        <p:blipFill>
          <a:blip r:embed="rId3">
            <a:alphaModFix/>
          </a:blip>
          <a:stretch>
            <a:fillRect/>
          </a:stretch>
        </p:blipFill>
        <p:spPr>
          <a:xfrm>
            <a:off x="152400" y="152400"/>
            <a:ext cx="11359899" cy="6389943"/>
          </a:xfrm>
          <a:prstGeom prst="rect">
            <a:avLst/>
          </a:prstGeom>
          <a:noFill/>
          <a:ln>
            <a:noFill/>
          </a:ln>
        </p:spPr>
      </p:pic>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4"/>
          <p:cNvSpPr txBox="1">
            <a:spLocks noGrp="1"/>
          </p:cNvSpPr>
          <p:nvPr>
            <p:ph type="dt" idx="10"/>
          </p:nvPr>
        </p:nvSpPr>
        <p:spPr>
          <a:xfrm rot="5400000">
            <a:off x="-997745" y="4687095"/>
            <a:ext cx="270669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r>
              <a:rPr lang="es-ES"/>
              <a:t>10/23/2025</a:t>
            </a:r>
            <a:endParaRPr/>
          </a:p>
        </p:txBody>
      </p:sp>
      <p:sp>
        <p:nvSpPr>
          <p:cNvPr id="473" name="Google Shape;473;p4"/>
          <p:cNvSpPr txBox="1">
            <a:spLocks noGrp="1"/>
          </p:cNvSpPr>
          <p:nvPr>
            <p:ph type="sldNum" idx="12"/>
          </p:nvPr>
        </p:nvSpPr>
        <p:spPr>
          <a:xfrm>
            <a:off x="51117" y="6356350"/>
            <a:ext cx="574620" cy="3651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None/>
            </a:pPr>
            <a:fld id="{00000000-1234-1234-1234-123412341234}" type="slidenum">
              <a:rPr lang="es-ES"/>
              <a:t>7</a:t>
            </a:fld>
            <a:endParaRPr/>
          </a:p>
        </p:txBody>
      </p:sp>
      <p:pic>
        <p:nvPicPr>
          <p:cNvPr id="474" name="Google Shape;474;p4"/>
          <p:cNvPicPr preferRelativeResize="0"/>
          <p:nvPr/>
        </p:nvPicPr>
        <p:blipFill>
          <a:blip r:embed="rId3">
            <a:alphaModFix/>
          </a:blip>
          <a:stretch>
            <a:fillRect/>
          </a:stretch>
        </p:blipFill>
        <p:spPr>
          <a:xfrm>
            <a:off x="1632268" y="256738"/>
            <a:ext cx="10349225" cy="6344525"/>
          </a:xfrm>
          <a:prstGeom prst="rect">
            <a:avLst/>
          </a:prstGeom>
          <a:noFill/>
          <a:ln>
            <a:noFill/>
          </a:ln>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pic>
        <p:nvPicPr>
          <p:cNvPr id="480" name="Google Shape;480;g3c2d809a9bb_0_2"/>
          <p:cNvPicPr preferRelativeResize="0"/>
          <p:nvPr/>
        </p:nvPicPr>
        <p:blipFill>
          <a:blip r:embed="rId3">
            <a:alphaModFix/>
          </a:blip>
          <a:stretch>
            <a:fillRect/>
          </a:stretch>
        </p:blipFill>
        <p:spPr>
          <a:xfrm>
            <a:off x="419250" y="127450"/>
            <a:ext cx="11201400" cy="660309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11"/>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r>
              <a:rPr lang="es-ES"/>
              <a:t>10/23/2025</a:t>
            </a:r>
            <a:endParaRPr/>
          </a:p>
        </p:txBody>
      </p:sp>
      <p:sp>
        <p:nvSpPr>
          <p:cNvPr id="486" name="Google Shape;486;p11"/>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None/>
            </a:pPr>
            <a:fld id="{00000000-1234-1234-1234-123412341234}" type="slidenum">
              <a:rPr lang="es-ES"/>
              <a:t>9</a:t>
            </a:fld>
            <a:endParaRPr/>
          </a:p>
        </p:txBody>
      </p:sp>
      <p:sp>
        <p:nvSpPr>
          <p:cNvPr id="487" name="Google Shape;487;p11"/>
          <p:cNvSpPr txBox="1">
            <a:spLocks noGrp="1"/>
          </p:cNvSpPr>
          <p:nvPr>
            <p:ph type="title"/>
          </p:nvPr>
        </p:nvSpPr>
        <p:spPr>
          <a:xfrm>
            <a:off x="731520" y="365760"/>
            <a:ext cx="10741200" cy="11322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400"/>
              <a:buFont typeface="Arial"/>
              <a:buNone/>
            </a:pPr>
            <a:r>
              <a:rPr lang="es-ES">
                <a:latin typeface="Sorts Mill Goudy"/>
                <a:ea typeface="Sorts Mill Goudy"/>
                <a:cs typeface="Sorts Mill Goudy"/>
                <a:sym typeface="Sorts Mill Goudy"/>
              </a:rPr>
              <a:t>Mejoras implementadas (post-evaluación)</a:t>
            </a:r>
            <a:endParaRPr>
              <a:latin typeface="Sorts Mill Goudy"/>
              <a:ea typeface="Sorts Mill Goudy"/>
              <a:cs typeface="Sorts Mill Goudy"/>
              <a:sym typeface="Sorts Mill Goudy"/>
            </a:endParaRPr>
          </a:p>
        </p:txBody>
      </p:sp>
      <p:sp>
        <p:nvSpPr>
          <p:cNvPr id="488" name="Google Shape;488;p11"/>
          <p:cNvSpPr txBox="1">
            <a:spLocks noGrp="1"/>
          </p:cNvSpPr>
          <p:nvPr>
            <p:ph type="body" idx="1"/>
          </p:nvPr>
        </p:nvSpPr>
        <p:spPr>
          <a:xfrm>
            <a:off x="669500" y="2262975"/>
            <a:ext cx="6624900" cy="3829500"/>
          </a:xfrm>
          <a:prstGeom prst="rect">
            <a:avLst/>
          </a:prstGeom>
          <a:noFill/>
          <a:ln>
            <a:noFill/>
          </a:ln>
        </p:spPr>
        <p:txBody>
          <a:bodyPr spcFirstLastPara="1" wrap="square" lIns="91425" tIns="45700" rIns="91425" bIns="45700" anchor="t" anchorCtr="0">
            <a:normAutofit lnSpcReduction="20000"/>
          </a:bodyPr>
          <a:lstStyle/>
          <a:p>
            <a:pPr marL="457200" lvl="0" indent="-320040" algn="l" rtl="0">
              <a:lnSpc>
                <a:spcPct val="115000"/>
              </a:lnSpc>
              <a:spcBef>
                <a:spcPts val="1000"/>
              </a:spcBef>
              <a:spcAft>
                <a:spcPts val="0"/>
              </a:spcAft>
              <a:buSzPts val="1440"/>
              <a:buFont typeface="Lora"/>
              <a:buChar char="●"/>
            </a:pPr>
            <a:r>
              <a:rPr lang="es-ES">
                <a:latin typeface="Lora"/>
                <a:ea typeface="Lora"/>
                <a:cs typeface="Lora"/>
                <a:sym typeface="Lora"/>
              </a:rPr>
              <a:t>Checkbox “Soy propietario” en registro.</a:t>
            </a:r>
            <a:endParaRPr>
              <a:latin typeface="Lora"/>
              <a:ea typeface="Lora"/>
              <a:cs typeface="Lora"/>
              <a:sym typeface="Lora"/>
            </a:endParaRPr>
          </a:p>
          <a:p>
            <a:pPr marL="0" lvl="0" indent="0" algn="l" rtl="0">
              <a:lnSpc>
                <a:spcPct val="115000"/>
              </a:lnSpc>
              <a:spcBef>
                <a:spcPts val="1000"/>
              </a:spcBef>
              <a:spcAft>
                <a:spcPts val="0"/>
              </a:spcAft>
              <a:buNone/>
            </a:pPr>
            <a:endParaRPr>
              <a:latin typeface="Lora"/>
              <a:ea typeface="Lora"/>
              <a:cs typeface="Lora"/>
              <a:sym typeface="Lora"/>
            </a:endParaRPr>
          </a:p>
          <a:p>
            <a:pPr marL="457200" lvl="0" indent="-320040" algn="l" rtl="0">
              <a:lnSpc>
                <a:spcPct val="115000"/>
              </a:lnSpc>
              <a:spcBef>
                <a:spcPts val="1000"/>
              </a:spcBef>
              <a:spcAft>
                <a:spcPts val="0"/>
              </a:spcAft>
              <a:buSzPts val="1440"/>
              <a:buFont typeface="Lora"/>
              <a:buChar char="●"/>
            </a:pPr>
            <a:r>
              <a:rPr lang="es-ES">
                <a:latin typeface="Lora"/>
                <a:ea typeface="Lora"/>
                <a:cs typeface="Lora"/>
                <a:sym typeface="Lora"/>
              </a:rPr>
              <a:t>Pop-up de feedback al añadir ruta y establecimiento.</a:t>
            </a:r>
            <a:endParaRPr>
              <a:latin typeface="Lora"/>
              <a:ea typeface="Lora"/>
              <a:cs typeface="Lora"/>
              <a:sym typeface="Lora"/>
            </a:endParaRPr>
          </a:p>
          <a:p>
            <a:pPr marL="457200" lvl="0" indent="0" algn="l" rtl="0">
              <a:lnSpc>
                <a:spcPct val="115000"/>
              </a:lnSpc>
              <a:spcBef>
                <a:spcPts val="1000"/>
              </a:spcBef>
              <a:spcAft>
                <a:spcPts val="0"/>
              </a:spcAft>
              <a:buNone/>
            </a:pPr>
            <a:endParaRPr>
              <a:latin typeface="Lora"/>
              <a:ea typeface="Lora"/>
              <a:cs typeface="Lora"/>
              <a:sym typeface="Lora"/>
            </a:endParaRPr>
          </a:p>
          <a:p>
            <a:pPr marL="457200" lvl="0" indent="-320040" algn="l" rtl="0">
              <a:lnSpc>
                <a:spcPct val="115000"/>
              </a:lnSpc>
              <a:spcBef>
                <a:spcPts val="1000"/>
              </a:spcBef>
              <a:spcAft>
                <a:spcPts val="0"/>
              </a:spcAft>
              <a:buSzPts val="1440"/>
              <a:buFont typeface="Lora"/>
              <a:buChar char="●"/>
            </a:pPr>
            <a:r>
              <a:rPr lang="es-ES">
                <a:latin typeface="Lora"/>
                <a:ea typeface="Lora"/>
                <a:cs typeface="Lora"/>
                <a:sym typeface="Lora"/>
              </a:rPr>
              <a:t>Pop-up al terminar ruta: valorar + recompensas.</a:t>
            </a:r>
            <a:endParaRPr>
              <a:latin typeface="Lora"/>
              <a:ea typeface="Lora"/>
              <a:cs typeface="Lora"/>
              <a:sym typeface="Lora"/>
            </a:endParaRPr>
          </a:p>
          <a:p>
            <a:pPr marL="457200" lvl="0" indent="0" algn="l" rtl="0">
              <a:lnSpc>
                <a:spcPct val="115000"/>
              </a:lnSpc>
              <a:spcBef>
                <a:spcPts val="1000"/>
              </a:spcBef>
              <a:spcAft>
                <a:spcPts val="0"/>
              </a:spcAft>
              <a:buNone/>
            </a:pPr>
            <a:endParaRPr>
              <a:latin typeface="Lora"/>
              <a:ea typeface="Lora"/>
              <a:cs typeface="Lora"/>
              <a:sym typeface="Lora"/>
            </a:endParaRPr>
          </a:p>
          <a:p>
            <a:pPr marL="457200" lvl="0" indent="-320040" algn="l" rtl="0">
              <a:lnSpc>
                <a:spcPct val="115000"/>
              </a:lnSpc>
              <a:spcBef>
                <a:spcPts val="1000"/>
              </a:spcBef>
              <a:spcAft>
                <a:spcPts val="0"/>
              </a:spcAft>
              <a:buSzPts val="1440"/>
              <a:buFont typeface="Lora"/>
              <a:buChar char="●"/>
            </a:pPr>
            <a:r>
              <a:rPr lang="es-ES">
                <a:latin typeface="Lora"/>
                <a:ea typeface="Lora"/>
                <a:cs typeface="Lora"/>
                <a:sym typeface="Lora"/>
              </a:rPr>
              <a:t>Pop-up/ayuda al pulsar “añadir parada”.</a:t>
            </a:r>
            <a:endParaRPr>
              <a:latin typeface="Lora"/>
              <a:ea typeface="Lora"/>
              <a:cs typeface="Lora"/>
              <a:sym typeface="Lora"/>
            </a:endParaRPr>
          </a:p>
          <a:p>
            <a:pPr marL="457200" lvl="0" indent="0" algn="l" rtl="0">
              <a:lnSpc>
                <a:spcPct val="115000"/>
              </a:lnSpc>
              <a:spcBef>
                <a:spcPts val="1000"/>
              </a:spcBef>
              <a:spcAft>
                <a:spcPts val="0"/>
              </a:spcAft>
              <a:buNone/>
            </a:pPr>
            <a:endParaRPr>
              <a:latin typeface="Lora"/>
              <a:ea typeface="Lora"/>
              <a:cs typeface="Lora"/>
              <a:sym typeface="Lora"/>
            </a:endParaRPr>
          </a:p>
          <a:p>
            <a:pPr marL="457200" lvl="0" indent="-320040" algn="l" rtl="0">
              <a:lnSpc>
                <a:spcPct val="115000"/>
              </a:lnSpc>
              <a:spcBef>
                <a:spcPts val="1000"/>
              </a:spcBef>
              <a:spcAft>
                <a:spcPts val="0"/>
              </a:spcAft>
              <a:buSzPts val="1440"/>
              <a:buFont typeface="Lora"/>
              <a:buChar char="●"/>
            </a:pPr>
            <a:r>
              <a:rPr lang="es-ES">
                <a:latin typeface="Lora"/>
                <a:ea typeface="Lora"/>
                <a:cs typeface="Lora"/>
                <a:sym typeface="Lora"/>
              </a:rPr>
              <a:t>Mapa navegable al pulsar “Ver mapa” en detalles del bar. </a:t>
            </a:r>
            <a:endParaRPr>
              <a:latin typeface="Lora"/>
              <a:ea typeface="Lora"/>
              <a:cs typeface="Lora"/>
              <a:sym typeface="Lora"/>
            </a:endParaRPr>
          </a:p>
          <a:p>
            <a:pPr marL="0" lvl="0" indent="0" algn="l" rtl="0">
              <a:lnSpc>
                <a:spcPct val="110000"/>
              </a:lnSpc>
              <a:spcBef>
                <a:spcPts val="1000"/>
              </a:spcBef>
              <a:spcAft>
                <a:spcPts val="0"/>
              </a:spcAft>
              <a:buClr>
                <a:schemeClr val="dk1"/>
              </a:buClr>
              <a:buSzPts val="1440"/>
              <a:buNone/>
            </a:pPr>
            <a:endParaRPr>
              <a:latin typeface="Lora"/>
              <a:ea typeface="Lora"/>
              <a:cs typeface="Lora"/>
              <a:sym typeface="Lora"/>
            </a:endParaRPr>
          </a:p>
        </p:txBody>
      </p:sp>
      <p:pic>
        <p:nvPicPr>
          <p:cNvPr id="489" name="Google Shape;489;p11"/>
          <p:cNvPicPr preferRelativeResize="0"/>
          <p:nvPr/>
        </p:nvPicPr>
        <p:blipFill rotWithShape="1">
          <a:blip r:embed="rId3">
            <a:alphaModFix/>
          </a:blip>
          <a:srcRect t="25617"/>
          <a:stretch/>
        </p:blipFill>
        <p:spPr>
          <a:xfrm>
            <a:off x="7742125" y="1968237"/>
            <a:ext cx="1796725" cy="1253350"/>
          </a:xfrm>
          <a:prstGeom prst="rect">
            <a:avLst/>
          </a:prstGeom>
          <a:noFill/>
          <a:ln>
            <a:noFill/>
          </a:ln>
        </p:spPr>
      </p:pic>
      <p:pic>
        <p:nvPicPr>
          <p:cNvPr id="490" name="Google Shape;490;p11"/>
          <p:cNvPicPr preferRelativeResize="0"/>
          <p:nvPr/>
        </p:nvPicPr>
        <p:blipFill rotWithShape="1">
          <a:blip r:embed="rId4">
            <a:alphaModFix/>
          </a:blip>
          <a:srcRect t="18413"/>
          <a:stretch/>
        </p:blipFill>
        <p:spPr>
          <a:xfrm>
            <a:off x="9611600" y="1968225"/>
            <a:ext cx="1676075" cy="1847200"/>
          </a:xfrm>
          <a:prstGeom prst="rect">
            <a:avLst/>
          </a:prstGeom>
          <a:noFill/>
          <a:ln>
            <a:noFill/>
          </a:ln>
        </p:spPr>
      </p:pic>
      <p:pic>
        <p:nvPicPr>
          <p:cNvPr id="491" name="Google Shape;491;p11"/>
          <p:cNvPicPr preferRelativeResize="0"/>
          <p:nvPr/>
        </p:nvPicPr>
        <p:blipFill>
          <a:blip r:embed="rId5">
            <a:alphaModFix/>
          </a:blip>
          <a:stretch>
            <a:fillRect/>
          </a:stretch>
        </p:blipFill>
        <p:spPr>
          <a:xfrm>
            <a:off x="7742125" y="3263138"/>
            <a:ext cx="1796725" cy="1010950"/>
          </a:xfrm>
          <a:prstGeom prst="rect">
            <a:avLst/>
          </a:prstGeom>
          <a:noFill/>
          <a:ln>
            <a:noFill/>
          </a:ln>
        </p:spPr>
      </p:pic>
      <p:pic>
        <p:nvPicPr>
          <p:cNvPr id="492" name="Google Shape;492;p11"/>
          <p:cNvPicPr preferRelativeResize="0"/>
          <p:nvPr/>
        </p:nvPicPr>
        <p:blipFill>
          <a:blip r:embed="rId6">
            <a:alphaModFix/>
          </a:blip>
          <a:stretch>
            <a:fillRect/>
          </a:stretch>
        </p:blipFill>
        <p:spPr>
          <a:xfrm>
            <a:off x="7742124" y="4431717"/>
            <a:ext cx="1796725" cy="2217037"/>
          </a:xfrm>
          <a:prstGeom prst="rect">
            <a:avLst/>
          </a:prstGeom>
          <a:noFill/>
          <a:ln>
            <a:noFill/>
          </a:ln>
        </p:spPr>
      </p:pic>
      <p:pic>
        <p:nvPicPr>
          <p:cNvPr id="493" name="Google Shape;493;p11"/>
          <p:cNvPicPr preferRelativeResize="0"/>
          <p:nvPr/>
        </p:nvPicPr>
        <p:blipFill>
          <a:blip r:embed="rId7">
            <a:alphaModFix/>
          </a:blip>
          <a:stretch>
            <a:fillRect/>
          </a:stretch>
        </p:blipFill>
        <p:spPr>
          <a:xfrm>
            <a:off x="9611599" y="3919349"/>
            <a:ext cx="1676075" cy="1311164"/>
          </a:xfrm>
          <a:prstGeom prst="rect">
            <a:avLst/>
          </a:prstGeom>
          <a:noFill/>
          <a:ln>
            <a:noFill/>
          </a:ln>
        </p:spPr>
      </p:pic>
      <p:pic>
        <p:nvPicPr>
          <p:cNvPr id="494" name="Google Shape;494;p11"/>
          <p:cNvPicPr preferRelativeResize="0"/>
          <p:nvPr/>
        </p:nvPicPr>
        <p:blipFill>
          <a:blip r:embed="rId8">
            <a:alphaModFix/>
          </a:blip>
          <a:stretch>
            <a:fillRect/>
          </a:stretch>
        </p:blipFill>
        <p:spPr>
          <a:xfrm>
            <a:off x="9611588" y="5334461"/>
            <a:ext cx="1676075" cy="1322977"/>
          </a:xfrm>
          <a:prstGeom prst="rect">
            <a:avLst/>
          </a:prstGeom>
          <a:noFill/>
          <a:ln>
            <a:noFill/>
          </a:ln>
        </p:spPr>
      </p:pic>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13"/>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r>
              <a:rPr lang="es-ES"/>
              <a:t>10/23/2025</a:t>
            </a:r>
            <a:endParaRPr/>
          </a:p>
        </p:txBody>
      </p:sp>
      <p:sp>
        <p:nvSpPr>
          <p:cNvPr id="500" name="Google Shape;500;p13"/>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0000"/>
              </a:buClr>
              <a:buFont typeface="Arial"/>
              <a:buNone/>
            </a:pPr>
            <a:fld id="{00000000-1234-1234-1234-123412341234}" type="slidenum">
              <a:rPr lang="es-ES"/>
              <a:t>10</a:t>
            </a:fld>
            <a:endParaRPr/>
          </a:p>
        </p:txBody>
      </p:sp>
      <p:sp>
        <p:nvSpPr>
          <p:cNvPr id="501" name="Google Shape;501;p13"/>
          <p:cNvSpPr txBox="1">
            <a:spLocks noGrp="1"/>
          </p:cNvSpPr>
          <p:nvPr>
            <p:ph type="ctrTitle"/>
          </p:nvPr>
        </p:nvSpPr>
        <p:spPr>
          <a:xfrm>
            <a:off x="609600" y="5218032"/>
            <a:ext cx="10972800" cy="7863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400"/>
              <a:buFont typeface="Arial"/>
              <a:buNone/>
            </a:pPr>
            <a:r>
              <a:rPr lang="es-ES">
                <a:latin typeface="Sorts Mill Goudy"/>
                <a:ea typeface="Sorts Mill Goudy"/>
                <a:cs typeface="Sorts Mill Goudy"/>
                <a:sym typeface="Sorts Mill Goudy"/>
              </a:rPr>
              <a:t>Landing Page (Demo)</a:t>
            </a:r>
            <a:endParaRPr>
              <a:latin typeface="Sorts Mill Goudy"/>
              <a:ea typeface="Sorts Mill Goudy"/>
              <a:cs typeface="Sorts Mill Goudy"/>
              <a:sym typeface="Sorts Mill Goudy"/>
            </a:endParaRPr>
          </a:p>
        </p:txBody>
      </p:sp>
      <p:sp>
        <p:nvSpPr>
          <p:cNvPr id="502" name="Google Shape;502;p13"/>
          <p:cNvSpPr txBox="1">
            <a:spLocks noGrp="1"/>
          </p:cNvSpPr>
          <p:nvPr>
            <p:ph type="subTitle" idx="1"/>
          </p:nvPr>
        </p:nvSpPr>
        <p:spPr>
          <a:xfrm>
            <a:off x="609600" y="5972629"/>
            <a:ext cx="10972800" cy="4803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1000"/>
              </a:spcBef>
              <a:spcAft>
                <a:spcPts val="0"/>
              </a:spcAft>
              <a:buClr>
                <a:schemeClr val="dk1"/>
              </a:buClr>
              <a:buSzPts val="1440"/>
              <a:buNone/>
            </a:pPr>
            <a:r>
              <a:rPr lang="es-ES" u="sng">
                <a:solidFill>
                  <a:schemeClr val="hlink"/>
                </a:solidFill>
                <a:latin typeface="Lora"/>
                <a:ea typeface="Lora"/>
                <a:cs typeface="Lora"/>
                <a:sym typeface="Lora"/>
                <a:hlinkClick r:id="rId3"/>
              </a:rPr>
              <a:t>https://felipedijocalvo.wixsite.com/granadatapas</a:t>
            </a:r>
            <a:endParaRPr>
              <a:latin typeface="Lora"/>
              <a:ea typeface="Lora"/>
              <a:cs typeface="Lora"/>
              <a:sym typeface="Lora"/>
            </a:endParaRPr>
          </a:p>
        </p:txBody>
      </p:sp>
      <p:sp>
        <p:nvSpPr>
          <p:cNvPr id="503" name="Google Shape;503;p13"/>
          <p:cNvSpPr>
            <a:spLocks noGrp="1"/>
          </p:cNvSpPr>
          <p:nvPr>
            <p:ph type="pic" idx="2"/>
          </p:nvPr>
        </p:nvSpPr>
        <p:spPr>
          <a:xfrm>
            <a:off x="0" y="0"/>
            <a:ext cx="12192000" cy="4986300"/>
          </a:xfrm>
          <a:prstGeom prst="rect">
            <a:avLst/>
          </a:prstGeom>
        </p:spPr>
        <p:txBody>
          <a:bodyPr/>
          <a:lstStyle/>
          <a:p>
            <a:endParaRPr lang="es-ES"/>
          </a:p>
        </p:txBody>
      </p:sp>
      <p:grpSp>
        <p:nvGrpSpPr>
          <p:cNvPr id="504" name="Google Shape;504;p13"/>
          <p:cNvGrpSpPr/>
          <p:nvPr/>
        </p:nvGrpSpPr>
        <p:grpSpPr>
          <a:xfrm>
            <a:off x="0" y="0"/>
            <a:ext cx="12195400" cy="4986301"/>
            <a:chOff x="0" y="0"/>
            <a:chExt cx="12195400" cy="4986301"/>
          </a:xfrm>
        </p:grpSpPr>
        <p:pic>
          <p:nvPicPr>
            <p:cNvPr id="505" name="Google Shape;505;p13"/>
            <p:cNvPicPr preferRelativeResize="0"/>
            <p:nvPr/>
          </p:nvPicPr>
          <p:blipFill>
            <a:blip r:embed="rId4">
              <a:alphaModFix/>
            </a:blip>
            <a:stretch>
              <a:fillRect/>
            </a:stretch>
          </p:blipFill>
          <p:spPr>
            <a:xfrm>
              <a:off x="526400" y="0"/>
              <a:ext cx="11139188" cy="4986301"/>
            </a:xfrm>
            <a:prstGeom prst="rect">
              <a:avLst/>
            </a:prstGeom>
            <a:noFill/>
            <a:ln>
              <a:noFill/>
            </a:ln>
          </p:spPr>
        </p:pic>
        <p:sp>
          <p:nvSpPr>
            <p:cNvPr id="506" name="Google Shape;506;p13"/>
            <p:cNvSpPr/>
            <p:nvPr/>
          </p:nvSpPr>
          <p:spPr>
            <a:xfrm>
              <a:off x="0" y="0"/>
              <a:ext cx="529800" cy="21198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rts Mill Goudy"/>
                <a:ea typeface="Sorts Mill Goudy"/>
                <a:cs typeface="Sorts Mill Goudy"/>
                <a:sym typeface="Sorts Mill Goudy"/>
              </a:endParaRPr>
            </a:p>
          </p:txBody>
        </p:sp>
        <p:sp>
          <p:nvSpPr>
            <p:cNvPr id="507" name="Google Shape;507;p13"/>
            <p:cNvSpPr/>
            <p:nvPr/>
          </p:nvSpPr>
          <p:spPr>
            <a:xfrm>
              <a:off x="11665600" y="0"/>
              <a:ext cx="529800" cy="21198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rts Mill Goudy"/>
                <a:ea typeface="Sorts Mill Goudy"/>
                <a:cs typeface="Sorts Mill Goudy"/>
                <a:sym typeface="Sorts Mill Goudy"/>
              </a:endParaRPr>
            </a:p>
          </p:txBody>
        </p:sp>
        <p:sp>
          <p:nvSpPr>
            <p:cNvPr id="508" name="Google Shape;508;p13"/>
            <p:cNvSpPr/>
            <p:nvPr/>
          </p:nvSpPr>
          <p:spPr>
            <a:xfrm>
              <a:off x="0" y="2119800"/>
              <a:ext cx="529800" cy="2866500"/>
            </a:xfrm>
            <a:prstGeom prst="rect">
              <a:avLst/>
            </a:prstGeom>
            <a:solidFill>
              <a:srgbClr val="FFE2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rts Mill Goudy"/>
                <a:ea typeface="Sorts Mill Goudy"/>
                <a:cs typeface="Sorts Mill Goudy"/>
                <a:sym typeface="Sorts Mill Goudy"/>
              </a:endParaRPr>
            </a:p>
          </p:txBody>
        </p:sp>
        <p:sp>
          <p:nvSpPr>
            <p:cNvPr id="509" name="Google Shape;509;p13"/>
            <p:cNvSpPr/>
            <p:nvPr/>
          </p:nvSpPr>
          <p:spPr>
            <a:xfrm>
              <a:off x="11665600" y="2119800"/>
              <a:ext cx="529800" cy="2866500"/>
            </a:xfrm>
            <a:prstGeom prst="rect">
              <a:avLst/>
            </a:prstGeom>
            <a:solidFill>
              <a:srgbClr val="FFE2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rts Mill Goudy"/>
                <a:ea typeface="Sorts Mill Goudy"/>
                <a:cs typeface="Sorts Mill Goudy"/>
                <a:sym typeface="Sorts Mill Goudy"/>
              </a:endParaRPr>
            </a:p>
          </p:txBody>
        </p:sp>
      </p:grpSp>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17"/>
          <p:cNvSpPr txBox="1">
            <a:spLocks noGrp="1"/>
          </p:cNvSpPr>
          <p:nvPr>
            <p:ph type="title"/>
          </p:nvPr>
        </p:nvSpPr>
        <p:spPr>
          <a:xfrm>
            <a:off x="1523192" y="921782"/>
            <a:ext cx="8012703" cy="146304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Arial"/>
              <a:buNone/>
            </a:pPr>
            <a:r>
              <a:rPr lang="es-ES">
                <a:latin typeface="Sorts Mill Goudy"/>
                <a:ea typeface="Sorts Mill Goudy"/>
                <a:cs typeface="Sorts Mill Goudy"/>
                <a:sym typeface="Sorts Mill Goudy"/>
              </a:rPr>
              <a:t>FIN</a:t>
            </a:r>
            <a:endParaRPr>
              <a:latin typeface="Sorts Mill Goudy"/>
              <a:ea typeface="Sorts Mill Goudy"/>
              <a:cs typeface="Sorts Mill Goudy"/>
              <a:sym typeface="Sorts Mill Goudy"/>
            </a:endParaRPr>
          </a:p>
        </p:txBody>
      </p:sp>
      <p:sp>
        <p:nvSpPr>
          <p:cNvPr id="515" name="Google Shape;515;p17"/>
          <p:cNvSpPr txBox="1">
            <a:spLocks noGrp="1"/>
          </p:cNvSpPr>
          <p:nvPr>
            <p:ph type="body" idx="1"/>
          </p:nvPr>
        </p:nvSpPr>
        <p:spPr>
          <a:xfrm>
            <a:off x="1523192" y="2533094"/>
            <a:ext cx="8012700" cy="36900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Clr>
                <a:schemeClr val="dk1"/>
              </a:buClr>
              <a:buSzPts val="1440"/>
              <a:buFont typeface="Arial"/>
              <a:buNone/>
            </a:pPr>
            <a:r>
              <a:rPr lang="es-ES" sz="2100"/>
              <a:t>Trabajo realizado por:</a:t>
            </a:r>
            <a:endParaRPr sz="2100"/>
          </a:p>
          <a:p>
            <a:pPr marL="0" lvl="0" indent="0" algn="l" rtl="0">
              <a:lnSpc>
                <a:spcPct val="110000"/>
              </a:lnSpc>
              <a:spcBef>
                <a:spcPts val="1000"/>
              </a:spcBef>
              <a:spcAft>
                <a:spcPts val="0"/>
              </a:spcAft>
              <a:buClr>
                <a:schemeClr val="dk1"/>
              </a:buClr>
              <a:buSzPts val="1440"/>
              <a:buFont typeface="Arial"/>
              <a:buNone/>
            </a:pPr>
            <a:br>
              <a:rPr lang="es-ES"/>
            </a:br>
            <a:r>
              <a:rPr lang="es-ES" i="1"/>
              <a:t>Antonio Gálvez Delgado</a:t>
            </a:r>
            <a:endParaRPr i="1"/>
          </a:p>
          <a:p>
            <a:pPr marL="0" lvl="0" indent="0" algn="l" rtl="0">
              <a:lnSpc>
                <a:spcPct val="110000"/>
              </a:lnSpc>
              <a:spcBef>
                <a:spcPts val="1000"/>
              </a:spcBef>
              <a:spcAft>
                <a:spcPts val="0"/>
              </a:spcAft>
              <a:buClr>
                <a:schemeClr val="dk1"/>
              </a:buClr>
              <a:buSzPts val="1440"/>
              <a:buFont typeface="Arial"/>
              <a:buNone/>
            </a:pPr>
            <a:r>
              <a:rPr lang="es-ES" i="1"/>
              <a:t>Erwin Andrei Hortua C</a:t>
            </a:r>
            <a:endParaRPr i="1"/>
          </a:p>
          <a:p>
            <a:pPr marL="0" lvl="0" indent="0" algn="l" rtl="0">
              <a:lnSpc>
                <a:spcPct val="110000"/>
              </a:lnSpc>
              <a:spcBef>
                <a:spcPts val="1000"/>
              </a:spcBef>
              <a:spcAft>
                <a:spcPts val="0"/>
              </a:spcAft>
              <a:buClr>
                <a:schemeClr val="dk1"/>
              </a:buClr>
              <a:buSzPts val="1440"/>
              <a:buFont typeface="Arial"/>
              <a:buNone/>
            </a:pPr>
            <a:r>
              <a:rPr lang="es-ES" i="1"/>
              <a:t>Jesus Arteaga Santana</a:t>
            </a:r>
            <a:endParaRPr i="1"/>
          </a:p>
        </p:txBody>
      </p:sp>
      <p:sp>
        <p:nvSpPr>
          <p:cNvPr id="516" name="Google Shape;516;p17"/>
          <p:cNvSpPr txBox="1">
            <a:spLocks noGrp="1"/>
          </p:cNvSpPr>
          <p:nvPr>
            <p:ph type="dt" idx="10"/>
          </p:nvPr>
        </p:nvSpPr>
        <p:spPr>
          <a:xfrm rot="5400000">
            <a:off x="10425981" y="4687095"/>
            <a:ext cx="270669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r>
              <a:rPr lang="es-ES"/>
              <a:t>10/23/2025</a:t>
            </a:r>
            <a:endParaRPr/>
          </a:p>
        </p:txBody>
      </p:sp>
      <p:sp>
        <p:nvSpPr>
          <p:cNvPr id="517" name="Google Shape;517;p17"/>
          <p:cNvSpPr txBox="1">
            <a:spLocks noGrp="1"/>
          </p:cNvSpPr>
          <p:nvPr>
            <p:ph type="sldNum" idx="12"/>
          </p:nvPr>
        </p:nvSpPr>
        <p:spPr>
          <a:xfrm>
            <a:off x="11512296" y="6356350"/>
            <a:ext cx="574620" cy="3651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None/>
            </a:pPr>
            <a:fld id="{00000000-1234-1234-1234-123412341234}" type="slidenum">
              <a:rPr lang="es-ES"/>
              <a:t>11</a:t>
            </a:fld>
            <a:endParaRPr/>
          </a:p>
        </p:txBody>
      </p:sp>
    </p:spTree>
  </p:cSld>
  <p:clrMapOvr>
    <a:masterClrMapping/>
  </p:clrMapOvr>
</p:sld>
</file>

<file path=ppt/theme/theme1.xml><?xml version="1.0" encoding="utf-8"?>
<a:theme xmlns:a="http://schemas.openxmlformats.org/drawingml/2006/main" name="Archway">
  <a:themeElements>
    <a:clrScheme name="Archway">
      <a:dk1>
        <a:srgbClr val="000000"/>
      </a:dk1>
      <a:lt1>
        <a:srgbClr val="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485</Words>
  <Application>Microsoft Office PowerPoint</Application>
  <PresentationFormat>Panorámica</PresentationFormat>
  <Paragraphs>62</Paragraphs>
  <Slides>11</Slides>
  <Notes>11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11</vt:i4>
      </vt:variant>
    </vt:vector>
  </HeadingPairs>
  <TitlesOfParts>
    <vt:vector size="16" baseType="lpstr">
      <vt:lpstr>Lora</vt:lpstr>
      <vt:lpstr>Arial</vt:lpstr>
      <vt:lpstr>Sorts Mill Goudy</vt:lpstr>
      <vt:lpstr>Calibri</vt:lpstr>
      <vt:lpstr>Archway</vt:lpstr>
      <vt:lpstr>TAPAS. TURISMO GASTRONÓMICO GRANADINO</vt:lpstr>
      <vt:lpstr>Recorrido Cognitivo: usuarios</vt:lpstr>
      <vt:lpstr>Recorrido Cognitivo: tareas</vt:lpstr>
      <vt:lpstr>Recorrido Cognitivo: tareas</vt:lpstr>
      <vt:lpstr>Recorrido Cognitivo: tareas</vt:lpstr>
      <vt:lpstr>Presentación de PowerPoint</vt:lpstr>
      <vt:lpstr>Presentación de PowerPoint</vt:lpstr>
      <vt:lpstr>Presentación de PowerPoint</vt:lpstr>
      <vt:lpstr>Mejoras implementadas (post-evaluación)</vt:lpstr>
      <vt:lpstr>Landing Page (Demo)</vt:lpstr>
      <vt:lpstr>FIN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Jesus Arteaga Santana</dc:creator>
  <cp:lastModifiedBy>Jesus Arteaga Santana</cp:lastModifiedBy>
  <cp:revision>2</cp:revision>
  <dcterms:created xsi:type="dcterms:W3CDTF">2025-02-27T07:13:53Z</dcterms:created>
  <dcterms:modified xsi:type="dcterms:W3CDTF">2026-02-02T16:11:36Z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